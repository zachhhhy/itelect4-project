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829" r:id="rId2"/>
    <p:sldId id="830" r:id="rId3"/>
    <p:sldId id="831" r:id="rId4"/>
    <p:sldId id="859" r:id="rId5"/>
    <p:sldId id="832" r:id="rId6"/>
    <p:sldId id="833" r:id="rId7"/>
    <p:sldId id="834" r:id="rId8"/>
    <p:sldId id="858" r:id="rId9"/>
    <p:sldId id="835" r:id="rId10"/>
    <p:sldId id="836" r:id="rId11"/>
    <p:sldId id="837" r:id="rId12"/>
    <p:sldId id="838" r:id="rId13"/>
    <p:sldId id="839" r:id="rId14"/>
    <p:sldId id="840" r:id="rId15"/>
    <p:sldId id="841" r:id="rId16"/>
    <p:sldId id="842" r:id="rId17"/>
    <p:sldId id="843" r:id="rId18"/>
    <p:sldId id="844" r:id="rId19"/>
    <p:sldId id="845" r:id="rId20"/>
    <p:sldId id="846" r:id="rId21"/>
    <p:sldId id="847" r:id="rId22"/>
    <p:sldId id="848" r:id="rId23"/>
    <p:sldId id="849" r:id="rId24"/>
    <p:sldId id="850" r:id="rId25"/>
    <p:sldId id="851" r:id="rId26"/>
    <p:sldId id="852" r:id="rId27"/>
    <p:sldId id="853" r:id="rId28"/>
    <p:sldId id="854" r:id="rId29"/>
    <p:sldId id="855" r:id="rId30"/>
    <p:sldId id="856" r:id="rId31"/>
    <p:sldId id="857" r:id="rId3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4F81BD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B360B5-946C-4658-8D62-AA424FC428C0}" v="174" dt="2026-03-13T20:47:33.346"/>
    <p1510:client id="{CC451A95-BDCB-4280-8894-391C67D96DAB}" v="4" dt="2026-03-13T16:44:44.229"/>
  </p1510:revLst>
</p1510:revInfo>
</file>

<file path=ppt/tableStyles.xml><?xml version="1.0" encoding="utf-8"?>
<a:tblStyleLst xmlns:a="http://schemas.openxmlformats.org/drawingml/2006/main" def="{82C32569-972F-442D-A917-3DC59C446BBB}">
  <a:tblStyle styleId="{82C32569-972F-442D-A917-3DC59C446B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6247" autoAdjust="0"/>
  </p:normalViewPr>
  <p:slideViewPr>
    <p:cSldViewPr snapToGrid="0">
      <p:cViewPr varScale="1">
        <p:scale>
          <a:sx n="140" d="100"/>
          <a:sy n="140" d="100"/>
        </p:scale>
        <p:origin x="912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oi Magpantay" userId="1871958f-a64c-48fc-b784-651cf64b29bc" providerId="ADAL" clId="{44BC1980-1565-4189-B4F3-69EBD89CF9CE}"/>
    <pc:docChg chg="undo redo custSel addSld delSld modSld sldOrd">
      <pc:chgData name="Meloi Magpantay" userId="1871958f-a64c-48fc-b784-651cf64b29bc" providerId="ADAL" clId="{44BC1980-1565-4189-B4F3-69EBD89CF9CE}" dt="2026-03-13T20:47:44.138" v="41146" actId="20577"/>
      <pc:docMkLst>
        <pc:docMk/>
      </pc:docMkLst>
      <pc:sldChg chg="addSp delSp modSp del mod setBg">
        <pc:chgData name="Meloi Magpantay" userId="1871958f-a64c-48fc-b784-651cf64b29bc" providerId="ADAL" clId="{44BC1980-1565-4189-B4F3-69EBD89CF9CE}" dt="2026-03-13T18:53:03.853" v="39326" actId="47"/>
        <pc:sldMkLst>
          <pc:docMk/>
          <pc:sldMk cId="0" sldId="256"/>
        </pc:sldMkLst>
      </pc:sldChg>
      <pc:sldChg chg="addSp delSp modSp del mod ord">
        <pc:chgData name="Meloi Magpantay" userId="1871958f-a64c-48fc-b784-651cf64b29bc" providerId="ADAL" clId="{44BC1980-1565-4189-B4F3-69EBD89CF9CE}" dt="2026-03-13T18:53:09.064" v="39328" actId="47"/>
        <pc:sldMkLst>
          <pc:docMk/>
          <pc:sldMk cId="0" sldId="257"/>
        </pc:sldMkLst>
      </pc:sldChg>
      <pc:sldChg chg="addSp delSp modSp del mod ord modNotesTx">
        <pc:chgData name="Meloi Magpantay" userId="1871958f-a64c-48fc-b784-651cf64b29bc" providerId="ADAL" clId="{44BC1980-1565-4189-B4F3-69EBD89CF9CE}" dt="2026-03-13T19:31:53.116" v="39916" actId="47"/>
        <pc:sldMkLst>
          <pc:docMk/>
          <pc:sldMk cId="0" sldId="258"/>
        </pc:sldMkLst>
      </pc:sldChg>
      <pc:sldChg chg="addSp delSp modSp del mod ord">
        <pc:chgData name="Meloi Magpantay" userId="1871958f-a64c-48fc-b784-651cf64b29bc" providerId="ADAL" clId="{44BC1980-1565-4189-B4F3-69EBD89CF9CE}" dt="2026-03-13T18:53:09.302" v="39329" actId="47"/>
        <pc:sldMkLst>
          <pc:docMk/>
          <pc:sldMk cId="0" sldId="259"/>
        </pc:sldMkLst>
      </pc:sldChg>
      <pc:sldChg chg="addSp delSp modSp del mod ord modNotesTx">
        <pc:chgData name="Meloi Magpantay" userId="1871958f-a64c-48fc-b784-651cf64b29bc" providerId="ADAL" clId="{44BC1980-1565-4189-B4F3-69EBD89CF9CE}" dt="2026-03-13T18:53:10.265" v="39331" actId="47"/>
        <pc:sldMkLst>
          <pc:docMk/>
          <pc:sldMk cId="0" sldId="261"/>
        </pc:sldMkLst>
      </pc:sldChg>
      <pc:sldChg chg="addSp delSp modSp del mod ord modNotes modNotesTx">
        <pc:chgData name="Meloi Magpantay" userId="1871958f-a64c-48fc-b784-651cf64b29bc" providerId="ADAL" clId="{44BC1980-1565-4189-B4F3-69EBD89CF9CE}" dt="2026-03-13T18:53:11.509" v="39333" actId="47"/>
        <pc:sldMkLst>
          <pc:docMk/>
          <pc:sldMk cId="0" sldId="265"/>
        </pc:sldMkLst>
      </pc:sldChg>
      <pc:sldChg chg="addSp delSp modSp add del mod">
        <pc:chgData name="Meloi Magpantay" userId="1871958f-a64c-48fc-b784-651cf64b29bc" providerId="ADAL" clId="{44BC1980-1565-4189-B4F3-69EBD89CF9CE}" dt="2026-03-13T18:53:08.854" v="39327" actId="47"/>
        <pc:sldMkLst>
          <pc:docMk/>
          <pc:sldMk cId="257488637" sldId="292"/>
        </pc:sldMkLst>
      </pc:sldChg>
      <pc:sldChg chg="addSp delSp modSp add del mod">
        <pc:chgData name="Meloi Magpantay" userId="1871958f-a64c-48fc-b784-651cf64b29bc" providerId="ADAL" clId="{44BC1980-1565-4189-B4F3-69EBD89CF9CE}" dt="2026-03-13T18:53:09.853" v="39330" actId="47"/>
        <pc:sldMkLst>
          <pc:docMk/>
          <pc:sldMk cId="2719386292" sldId="293"/>
        </pc:sldMkLst>
      </pc:sldChg>
      <pc:sldChg chg="addSp delSp modSp add del mod ord">
        <pc:chgData name="Meloi Magpantay" userId="1871958f-a64c-48fc-b784-651cf64b29bc" providerId="ADAL" clId="{44BC1980-1565-4189-B4F3-69EBD89CF9CE}" dt="2026-03-13T19:31:53.577" v="39917" actId="47"/>
        <pc:sldMkLst>
          <pc:docMk/>
          <pc:sldMk cId="2570860476" sldId="323"/>
        </pc:sldMkLst>
      </pc:sldChg>
      <pc:sldChg chg="addSp delSp modSp add del mod ord">
        <pc:chgData name="Meloi Magpantay" userId="1871958f-a64c-48fc-b784-651cf64b29bc" providerId="ADAL" clId="{44BC1980-1565-4189-B4F3-69EBD89CF9CE}" dt="2026-03-13T19:31:54.126" v="39918" actId="47"/>
        <pc:sldMkLst>
          <pc:docMk/>
          <pc:sldMk cId="1059914964" sldId="333"/>
        </pc:sldMkLst>
      </pc:sldChg>
      <pc:sldChg chg="addSp delSp modSp add mod ord">
        <pc:chgData name="Meloi Magpantay" userId="1871958f-a64c-48fc-b784-651cf64b29bc" providerId="ADAL" clId="{44BC1980-1565-4189-B4F3-69EBD89CF9CE}" dt="2026-03-13T18:57:39.595" v="39372" actId="14100"/>
        <pc:sldMkLst>
          <pc:docMk/>
          <pc:sldMk cId="3818801745" sldId="334"/>
        </pc:sldMkLst>
        <pc:spChg chg="add mod">
          <ac:chgData name="Meloi Magpantay" userId="1871958f-a64c-48fc-b784-651cf64b29bc" providerId="ADAL" clId="{44BC1980-1565-4189-B4F3-69EBD89CF9CE}" dt="2026-03-13T18:53:46.177" v="39337"/>
          <ac:spMkLst>
            <pc:docMk/>
            <pc:sldMk cId="3818801745" sldId="334"/>
            <ac:spMk id="2" creationId="{0E6649FD-6711-A993-1EEE-AB7A2C37E5D3}"/>
          </ac:spMkLst>
        </pc:spChg>
        <pc:spChg chg="add mod">
          <ac:chgData name="Meloi Magpantay" userId="1871958f-a64c-48fc-b784-651cf64b29bc" providerId="ADAL" clId="{44BC1980-1565-4189-B4F3-69EBD89CF9CE}" dt="2026-03-13T18:57:39.595" v="39372" actId="14100"/>
          <ac:spMkLst>
            <pc:docMk/>
            <pc:sldMk cId="3818801745" sldId="334"/>
            <ac:spMk id="3" creationId="{BF780D33-80FD-C182-BD4E-B40E01BD5E77}"/>
          </ac:spMkLst>
        </pc:spChg>
        <pc:spChg chg="add mod">
          <ac:chgData name="Meloi Magpantay" userId="1871958f-a64c-48fc-b784-651cf64b29bc" providerId="ADAL" clId="{44BC1980-1565-4189-B4F3-69EBD89CF9CE}" dt="2026-03-13T18:57:28.832" v="39370" actId="1076"/>
          <ac:spMkLst>
            <pc:docMk/>
            <pc:sldMk cId="3818801745" sldId="334"/>
            <ac:spMk id="4" creationId="{64D68219-7AF2-CFA7-636C-228404BC7491}"/>
          </ac:spMkLst>
        </pc:spChg>
        <pc:spChg chg="mod">
          <ac:chgData name="Meloi Magpantay" userId="1871958f-a64c-48fc-b784-651cf64b29bc" providerId="ADAL" clId="{44BC1980-1565-4189-B4F3-69EBD89CF9CE}" dt="2026-03-13T18:52:44.292" v="39287" actId="20577"/>
          <ac:spMkLst>
            <pc:docMk/>
            <pc:sldMk cId="3818801745" sldId="334"/>
            <ac:spMk id="168" creationId="{A9344213-7C05-8A39-36DB-698C087EA2F4}"/>
          </ac:spMkLst>
        </pc:spChg>
        <pc:spChg chg="mod">
          <ac:chgData name="Meloi Magpantay" userId="1871958f-a64c-48fc-b784-651cf64b29bc" providerId="ADAL" clId="{44BC1980-1565-4189-B4F3-69EBD89CF9CE}" dt="2026-03-13T18:52:57.553" v="39325" actId="20577"/>
          <ac:spMkLst>
            <pc:docMk/>
            <pc:sldMk cId="3818801745" sldId="334"/>
            <ac:spMk id="169" creationId="{10708939-A4A1-0238-E977-B3E34E5DF4D0}"/>
          </ac:spMkLst>
        </pc:spChg>
      </pc:sldChg>
      <pc:sldChg chg="addSp delSp modSp add del mod modNotesTx">
        <pc:chgData name="Meloi Magpantay" userId="1871958f-a64c-48fc-b784-651cf64b29bc" providerId="ADAL" clId="{44BC1980-1565-4189-B4F3-69EBD89CF9CE}" dt="2026-03-13T19:31:52.229" v="39914" actId="47"/>
        <pc:sldMkLst>
          <pc:docMk/>
          <pc:sldMk cId="1255193366" sldId="336"/>
        </pc:sldMkLst>
        <pc:spChg chg="add mod">
          <ac:chgData name="Meloi Magpantay" userId="1871958f-a64c-48fc-b784-651cf64b29bc" providerId="ADAL" clId="{44BC1980-1565-4189-B4F3-69EBD89CF9CE}" dt="2026-03-13T18:55:53.659" v="39347" actId="20577"/>
          <ac:spMkLst>
            <pc:docMk/>
            <pc:sldMk cId="1255193366" sldId="336"/>
            <ac:spMk id="2" creationId="{6C60A5FE-B4E0-3E50-46D0-5CC71D96EA28}"/>
          </ac:spMkLst>
        </pc:spChg>
      </pc:sldChg>
      <pc:sldChg chg="addSp delSp modSp add del mod setBg">
        <pc:chgData name="Meloi Magpantay" userId="1871958f-a64c-48fc-b784-651cf64b29bc" providerId="ADAL" clId="{44BC1980-1565-4189-B4F3-69EBD89CF9CE}" dt="2026-03-13T18:53:10.693" v="39332" actId="47"/>
        <pc:sldMkLst>
          <pc:docMk/>
          <pc:sldMk cId="2946088664" sldId="337"/>
        </pc:sldMkLst>
      </pc:sldChg>
      <pc:sldChg chg="modSp add del mod">
        <pc:chgData name="Meloi Magpantay" userId="1871958f-a64c-48fc-b784-651cf64b29bc" providerId="ADAL" clId="{44BC1980-1565-4189-B4F3-69EBD89CF9CE}" dt="2026-03-13T19:31:52.684" v="39915" actId="47"/>
        <pc:sldMkLst>
          <pc:docMk/>
          <pc:sldMk cId="1720222369" sldId="338"/>
        </pc:sldMkLst>
      </pc:sldChg>
      <pc:sldChg chg="addSp delSp modSp add del mod ord">
        <pc:chgData name="Meloi Magpantay" userId="1871958f-a64c-48fc-b784-651cf64b29bc" providerId="ADAL" clId="{44BC1980-1565-4189-B4F3-69EBD89CF9CE}" dt="2026-03-13T19:31:54.457" v="39919" actId="47"/>
        <pc:sldMkLst>
          <pc:docMk/>
          <pc:sldMk cId="2955869249" sldId="340"/>
        </pc:sldMkLst>
      </pc:sldChg>
      <pc:sldChg chg="addSp delSp modSp add del mod">
        <pc:chgData name="Meloi Magpantay" userId="1871958f-a64c-48fc-b784-651cf64b29bc" providerId="ADAL" clId="{44BC1980-1565-4189-B4F3-69EBD89CF9CE}" dt="2026-03-13T19:31:55.355" v="39920" actId="47"/>
        <pc:sldMkLst>
          <pc:docMk/>
          <pc:sldMk cId="2755609226" sldId="341"/>
        </pc:sldMkLst>
      </pc:sldChg>
      <pc:sldChg chg="modSp add del mod ord">
        <pc:chgData name="Meloi Magpantay" userId="1871958f-a64c-48fc-b784-651cf64b29bc" providerId="ADAL" clId="{44BC1980-1565-4189-B4F3-69EBD89CF9CE}" dt="2026-03-13T19:31:55.831" v="39921" actId="47"/>
        <pc:sldMkLst>
          <pc:docMk/>
          <pc:sldMk cId="779067243" sldId="342"/>
        </pc:sldMkLst>
      </pc:sldChg>
      <pc:sldChg chg="addSp delSp modSp add del mod ord">
        <pc:chgData name="Meloi Magpantay" userId="1871958f-a64c-48fc-b784-651cf64b29bc" providerId="ADAL" clId="{44BC1980-1565-4189-B4F3-69EBD89CF9CE}" dt="2026-03-13T19:31:56.341" v="39922" actId="47"/>
        <pc:sldMkLst>
          <pc:docMk/>
          <pc:sldMk cId="915589712" sldId="343"/>
        </pc:sldMkLst>
      </pc:sldChg>
      <pc:sldChg chg="modSp add del mod ord">
        <pc:chgData name="Meloi Magpantay" userId="1871958f-a64c-48fc-b784-651cf64b29bc" providerId="ADAL" clId="{44BC1980-1565-4189-B4F3-69EBD89CF9CE}" dt="2026-03-13T19:31:56.914" v="39923" actId="47"/>
        <pc:sldMkLst>
          <pc:docMk/>
          <pc:sldMk cId="3663383417" sldId="344"/>
        </pc:sldMkLst>
      </pc:sldChg>
      <pc:sldChg chg="addSp delSp modSp add del mod ord">
        <pc:chgData name="Meloi Magpantay" userId="1871958f-a64c-48fc-b784-651cf64b29bc" providerId="ADAL" clId="{44BC1980-1565-4189-B4F3-69EBD89CF9CE}" dt="2026-03-13T19:31:57.298" v="39924" actId="47"/>
        <pc:sldMkLst>
          <pc:docMk/>
          <pc:sldMk cId="2864951980" sldId="345"/>
        </pc:sldMkLst>
      </pc:sldChg>
      <pc:sldChg chg="modSp add del mod ord">
        <pc:chgData name="Meloi Magpantay" userId="1871958f-a64c-48fc-b784-651cf64b29bc" providerId="ADAL" clId="{44BC1980-1565-4189-B4F3-69EBD89CF9CE}" dt="2026-03-13T19:31:57.817" v="39925" actId="47"/>
        <pc:sldMkLst>
          <pc:docMk/>
          <pc:sldMk cId="2652991272" sldId="346"/>
        </pc:sldMkLst>
      </pc:sldChg>
      <pc:sldChg chg="addSp delSp modSp add del mod ord">
        <pc:chgData name="Meloi Magpantay" userId="1871958f-a64c-48fc-b784-651cf64b29bc" providerId="ADAL" clId="{44BC1980-1565-4189-B4F3-69EBD89CF9CE}" dt="2026-03-13T19:31:58.260" v="39926" actId="47"/>
        <pc:sldMkLst>
          <pc:docMk/>
          <pc:sldMk cId="2261484387" sldId="347"/>
        </pc:sldMkLst>
      </pc:sldChg>
      <pc:sldChg chg="delSp modSp add del mod">
        <pc:chgData name="Meloi Magpantay" userId="1871958f-a64c-48fc-b784-651cf64b29bc" providerId="ADAL" clId="{44BC1980-1565-4189-B4F3-69EBD89CF9CE}" dt="2026-03-13T19:31:58.616" v="39927" actId="47"/>
        <pc:sldMkLst>
          <pc:docMk/>
          <pc:sldMk cId="2296708456" sldId="348"/>
        </pc:sldMkLst>
      </pc:sldChg>
      <pc:sldChg chg="addSp delSp modSp add del mod">
        <pc:chgData name="Meloi Magpantay" userId="1871958f-a64c-48fc-b784-651cf64b29bc" providerId="ADAL" clId="{44BC1980-1565-4189-B4F3-69EBD89CF9CE}" dt="2026-03-13T19:31:59.395" v="39929" actId="47"/>
        <pc:sldMkLst>
          <pc:docMk/>
          <pc:sldMk cId="735081830" sldId="349"/>
        </pc:sldMkLst>
        <pc:spChg chg="add del mod">
          <ac:chgData name="Meloi Magpantay" userId="1871958f-a64c-48fc-b784-651cf64b29bc" providerId="ADAL" clId="{44BC1980-1565-4189-B4F3-69EBD89CF9CE}" dt="2026-03-13T16:42:09.542" v="39014" actId="478"/>
          <ac:spMkLst>
            <pc:docMk/>
            <pc:sldMk cId="735081830" sldId="349"/>
            <ac:spMk id="3" creationId="{46775873-E252-F4F6-CB82-D19431FE3B7E}"/>
          </ac:spMkLst>
        </pc:spChg>
        <pc:spChg chg="add del mod">
          <ac:chgData name="Meloi Magpantay" userId="1871958f-a64c-48fc-b784-651cf64b29bc" providerId="ADAL" clId="{44BC1980-1565-4189-B4F3-69EBD89CF9CE}" dt="2026-03-13T16:42:11.426" v="39015" actId="478"/>
          <ac:spMkLst>
            <pc:docMk/>
            <pc:sldMk cId="735081830" sldId="349"/>
            <ac:spMk id="4" creationId="{BFB74BFD-8173-6D3F-28E6-3850AF44A2D0}"/>
          </ac:spMkLst>
        </pc:spChg>
        <pc:spChg chg="add mod">
          <ac:chgData name="Meloi Magpantay" userId="1871958f-a64c-48fc-b784-651cf64b29bc" providerId="ADAL" clId="{44BC1980-1565-4189-B4F3-69EBD89CF9CE}" dt="2026-03-13T16:43:05.839" v="39026" actId="20577"/>
          <ac:spMkLst>
            <pc:docMk/>
            <pc:sldMk cId="735081830" sldId="349"/>
            <ac:spMk id="5" creationId="{1FEC6682-FE76-9764-F124-8DEE299762C0}"/>
          </ac:spMkLst>
        </pc:spChg>
        <pc:spChg chg="add mod">
          <ac:chgData name="Meloi Magpantay" userId="1871958f-a64c-48fc-b784-651cf64b29bc" providerId="ADAL" clId="{44BC1980-1565-4189-B4F3-69EBD89CF9CE}" dt="2026-03-13T16:43:11.475" v="39028" actId="1076"/>
          <ac:spMkLst>
            <pc:docMk/>
            <pc:sldMk cId="735081830" sldId="349"/>
            <ac:spMk id="6" creationId="{DDD33EA8-922D-B03C-8DA3-71C39E5242D8}"/>
          </ac:spMkLst>
        </pc:spChg>
      </pc:sldChg>
      <pc:sldChg chg="delSp modSp add del mod">
        <pc:chgData name="Meloi Magpantay" userId="1871958f-a64c-48fc-b784-651cf64b29bc" providerId="ADAL" clId="{44BC1980-1565-4189-B4F3-69EBD89CF9CE}" dt="2026-03-13T16:43:17.344" v="39029" actId="47"/>
        <pc:sldMkLst>
          <pc:docMk/>
          <pc:sldMk cId="3225177983" sldId="350"/>
        </pc:sldMkLst>
        <pc:spChg chg="del mod">
          <ac:chgData name="Meloi Magpantay" userId="1871958f-a64c-48fc-b784-651cf64b29bc" providerId="ADAL" clId="{44BC1980-1565-4189-B4F3-69EBD89CF9CE}" dt="2026-03-13T16:42:21.254" v="39017" actId="21"/>
          <ac:spMkLst>
            <pc:docMk/>
            <pc:sldMk cId="3225177983" sldId="350"/>
            <ac:spMk id="5" creationId="{DDD33EA8-922D-B03C-8DA3-71C39E5242D8}"/>
          </ac:spMkLst>
        </pc:spChg>
      </pc:sldChg>
      <pc:sldChg chg="addSp delSp modSp add del mod">
        <pc:chgData name="Meloi Magpantay" userId="1871958f-a64c-48fc-b784-651cf64b29bc" providerId="ADAL" clId="{44BC1980-1565-4189-B4F3-69EBD89CF9CE}" dt="2026-03-13T19:31:59.824" v="39930" actId="47"/>
        <pc:sldMkLst>
          <pc:docMk/>
          <pc:sldMk cId="3127347857" sldId="351"/>
        </pc:sldMkLst>
        <pc:spChg chg="add mod">
          <ac:chgData name="Meloi Magpantay" userId="1871958f-a64c-48fc-b784-651cf64b29bc" providerId="ADAL" clId="{44BC1980-1565-4189-B4F3-69EBD89CF9CE}" dt="2026-03-13T16:44:26.273" v="39039" actId="14100"/>
          <ac:spMkLst>
            <pc:docMk/>
            <pc:sldMk cId="3127347857" sldId="351"/>
            <ac:spMk id="3" creationId="{D3E082F8-47C4-4F85-C58B-D366641DEE7E}"/>
          </ac:spMkLst>
        </pc:spChg>
        <pc:spChg chg="add del mod">
          <ac:chgData name="Meloi Magpantay" userId="1871958f-a64c-48fc-b784-651cf64b29bc" providerId="ADAL" clId="{44BC1980-1565-4189-B4F3-69EBD89CF9CE}" dt="2026-03-13T16:44:05.441" v="39031" actId="478"/>
          <ac:spMkLst>
            <pc:docMk/>
            <pc:sldMk cId="3127347857" sldId="351"/>
            <ac:spMk id="4" creationId="{645B7E61-A80E-A1AC-9215-00B4827F9201}"/>
          </ac:spMkLst>
        </pc:spChg>
        <pc:spChg chg="mod">
          <ac:chgData name="Meloi Magpantay" userId="1871958f-a64c-48fc-b784-651cf64b29bc" providerId="ADAL" clId="{44BC1980-1565-4189-B4F3-69EBD89CF9CE}" dt="2026-03-13T16:44:13.087" v="39034" actId="14100"/>
          <ac:spMkLst>
            <pc:docMk/>
            <pc:sldMk cId="3127347857" sldId="351"/>
            <ac:spMk id="5" creationId="{1D747E74-8C89-0535-40C7-2AA39C0634F2}"/>
          </ac:spMkLst>
        </pc:spChg>
      </pc:sldChg>
      <pc:sldChg chg="delSp modSp add del mod">
        <pc:chgData name="Meloi Magpantay" userId="1871958f-a64c-48fc-b784-651cf64b29bc" providerId="ADAL" clId="{44BC1980-1565-4189-B4F3-69EBD89CF9CE}" dt="2026-03-13T19:32:04.513" v="39932" actId="47"/>
        <pc:sldMkLst>
          <pc:docMk/>
          <pc:sldMk cId="4080171764" sldId="352"/>
        </pc:sldMkLst>
      </pc:sldChg>
      <pc:sldChg chg="delSp modSp add del mod ord">
        <pc:chgData name="Meloi Magpantay" userId="1871958f-a64c-48fc-b784-651cf64b29bc" providerId="ADAL" clId="{44BC1980-1565-4189-B4F3-69EBD89CF9CE}" dt="2026-03-13T19:31:59.093" v="39928" actId="47"/>
        <pc:sldMkLst>
          <pc:docMk/>
          <pc:sldMk cId="1487791964" sldId="353"/>
        </pc:sldMkLst>
        <pc:spChg chg="mod">
          <ac:chgData name="Meloi Magpantay" userId="1871958f-a64c-48fc-b784-651cf64b29bc" providerId="ADAL" clId="{44BC1980-1565-4189-B4F3-69EBD89CF9CE}" dt="2026-03-13T16:41:53.110" v="39010" actId="1076"/>
          <ac:spMkLst>
            <pc:docMk/>
            <pc:sldMk cId="1487791964" sldId="353"/>
            <ac:spMk id="3" creationId="{E05B5DA9-C9DD-F2C5-5432-A02FB9D96FD0}"/>
          </ac:spMkLst>
        </pc:spChg>
        <pc:spChg chg="mod">
          <ac:chgData name="Meloi Magpantay" userId="1871958f-a64c-48fc-b784-651cf64b29bc" providerId="ADAL" clId="{44BC1980-1565-4189-B4F3-69EBD89CF9CE}" dt="2026-03-13T16:41:57.486" v="39011" actId="14100"/>
          <ac:spMkLst>
            <pc:docMk/>
            <pc:sldMk cId="1487791964" sldId="353"/>
            <ac:spMk id="4" creationId="{279D066F-809C-696D-EDE3-D77085007168}"/>
          </ac:spMkLst>
        </pc:spChg>
        <pc:spChg chg="del">
          <ac:chgData name="Meloi Magpantay" userId="1871958f-a64c-48fc-b784-651cf64b29bc" providerId="ADAL" clId="{44BC1980-1565-4189-B4F3-69EBD89CF9CE}" dt="2026-03-13T16:41:43.575" v="39007" actId="478"/>
          <ac:spMkLst>
            <pc:docMk/>
            <pc:sldMk cId="1487791964" sldId="353"/>
            <ac:spMk id="5" creationId="{C9D1C0D1-8612-3BE0-E07F-DF8E95B6A537}"/>
          </ac:spMkLst>
        </pc:spChg>
      </pc:sldChg>
      <pc:sldChg chg="addSp delSp modSp add del mod">
        <pc:chgData name="Meloi Magpantay" userId="1871958f-a64c-48fc-b784-651cf64b29bc" providerId="ADAL" clId="{44BC1980-1565-4189-B4F3-69EBD89CF9CE}" dt="2026-03-13T19:32:01.974" v="39931" actId="47"/>
        <pc:sldMkLst>
          <pc:docMk/>
          <pc:sldMk cId="308961242" sldId="354"/>
        </pc:sldMkLst>
        <pc:spChg chg="mod">
          <ac:chgData name="Meloi Magpantay" userId="1871958f-a64c-48fc-b784-651cf64b29bc" providerId="ADAL" clId="{44BC1980-1565-4189-B4F3-69EBD89CF9CE}" dt="2026-03-13T16:45:55.622" v="39125" actId="20577"/>
          <ac:spMkLst>
            <pc:docMk/>
            <pc:sldMk cId="308961242" sldId="354"/>
            <ac:spMk id="2" creationId="{C9CD4EEA-0D34-6399-43AB-4DE35977DB34}"/>
          </ac:spMkLst>
        </pc:spChg>
        <pc:spChg chg="del">
          <ac:chgData name="Meloi Magpantay" userId="1871958f-a64c-48fc-b784-651cf64b29bc" providerId="ADAL" clId="{44BC1980-1565-4189-B4F3-69EBD89CF9CE}" dt="2026-03-13T16:44:32.367" v="39041" actId="478"/>
          <ac:spMkLst>
            <pc:docMk/>
            <pc:sldMk cId="308961242" sldId="354"/>
            <ac:spMk id="3" creationId="{3463C004-BF0B-C195-F8F2-D97B8DCD3227}"/>
          </ac:spMkLst>
        </pc:spChg>
        <pc:spChg chg="mod">
          <ac:chgData name="Meloi Magpantay" userId="1871958f-a64c-48fc-b784-651cf64b29bc" providerId="ADAL" clId="{44BC1980-1565-4189-B4F3-69EBD89CF9CE}" dt="2026-03-13T16:45:08.392" v="39050" actId="14100"/>
          <ac:spMkLst>
            <pc:docMk/>
            <pc:sldMk cId="308961242" sldId="354"/>
            <ac:spMk id="4" creationId="{4183EEF9-B78B-B6F2-0DCC-EFA704AF02B1}"/>
          </ac:spMkLst>
        </pc:spChg>
        <pc:spChg chg="del">
          <ac:chgData name="Meloi Magpantay" userId="1871958f-a64c-48fc-b784-651cf64b29bc" providerId="ADAL" clId="{44BC1980-1565-4189-B4F3-69EBD89CF9CE}" dt="2026-03-13T16:44:30.324" v="39040" actId="478"/>
          <ac:spMkLst>
            <pc:docMk/>
            <pc:sldMk cId="308961242" sldId="354"/>
            <ac:spMk id="5" creationId="{5DDDF0CF-6E1F-6587-3FBE-46498E35A4C6}"/>
          </ac:spMkLst>
        </pc:spChg>
        <pc:spChg chg="add mod">
          <ac:chgData name="Meloi Magpantay" userId="1871958f-a64c-48fc-b784-651cf64b29bc" providerId="ADAL" clId="{44BC1980-1565-4189-B4F3-69EBD89CF9CE}" dt="2026-03-13T16:45:14.680" v="39052" actId="14100"/>
          <ac:spMkLst>
            <pc:docMk/>
            <pc:sldMk cId="308961242" sldId="354"/>
            <ac:spMk id="6" creationId="{1E1394EA-A4B9-4218-FF58-64681F160605}"/>
          </ac:spMkLst>
        </pc:spChg>
      </pc:sldChg>
      <pc:sldChg chg="modSp add mod">
        <pc:chgData name="Meloi Magpantay" userId="1871958f-a64c-48fc-b784-651cf64b29bc" providerId="ADAL" clId="{44BC1980-1565-4189-B4F3-69EBD89CF9CE}" dt="2026-03-13T19:04:20.746" v="39579" actId="14100"/>
        <pc:sldMkLst>
          <pc:docMk/>
          <pc:sldMk cId="3438811710" sldId="355"/>
        </pc:sldMkLst>
        <pc:spChg chg="mod">
          <ac:chgData name="Meloi Magpantay" userId="1871958f-a64c-48fc-b784-651cf64b29bc" providerId="ADAL" clId="{44BC1980-1565-4189-B4F3-69EBD89CF9CE}" dt="2026-03-13T19:03:59.229" v="39566" actId="14100"/>
          <ac:spMkLst>
            <pc:docMk/>
            <pc:sldMk cId="3438811710" sldId="355"/>
            <ac:spMk id="3" creationId="{07F6BEF5-FD53-342A-F94F-389EE00E7520}"/>
          </ac:spMkLst>
        </pc:spChg>
        <pc:spChg chg="mod">
          <ac:chgData name="Meloi Magpantay" userId="1871958f-a64c-48fc-b784-651cf64b29bc" providerId="ADAL" clId="{44BC1980-1565-4189-B4F3-69EBD89CF9CE}" dt="2026-03-13T19:04:20.746" v="39579" actId="14100"/>
          <ac:spMkLst>
            <pc:docMk/>
            <pc:sldMk cId="3438811710" sldId="355"/>
            <ac:spMk id="4" creationId="{8FFF7FDE-BF0C-1DBB-C97D-0CBC1B6B338A}"/>
          </ac:spMkLst>
        </pc:spChg>
        <pc:spChg chg="mod">
          <ac:chgData name="Meloi Magpantay" userId="1871958f-a64c-48fc-b784-651cf64b29bc" providerId="ADAL" clId="{44BC1980-1565-4189-B4F3-69EBD89CF9CE}" dt="2026-03-13T19:02:36.131" v="39545" actId="20577"/>
          <ac:spMkLst>
            <pc:docMk/>
            <pc:sldMk cId="3438811710" sldId="355"/>
            <ac:spMk id="169" creationId="{E076503E-4EE0-809B-A630-1F6B4C75B0A3}"/>
          </ac:spMkLst>
        </pc:spChg>
      </pc:sldChg>
      <pc:sldChg chg="addSp delSp modSp add mod">
        <pc:chgData name="Meloi Magpantay" userId="1871958f-a64c-48fc-b784-651cf64b29bc" providerId="ADAL" clId="{44BC1980-1565-4189-B4F3-69EBD89CF9CE}" dt="2026-03-13T19:12:15.457" v="39844" actId="14100"/>
        <pc:sldMkLst>
          <pc:docMk/>
          <pc:sldMk cId="211603335" sldId="356"/>
        </pc:sldMkLst>
        <pc:spChg chg="del">
          <ac:chgData name="Meloi Magpantay" userId="1871958f-a64c-48fc-b784-651cf64b29bc" providerId="ADAL" clId="{44BC1980-1565-4189-B4F3-69EBD89CF9CE}" dt="2026-03-13T19:08:18.427" v="39724" actId="478"/>
          <ac:spMkLst>
            <pc:docMk/>
            <pc:sldMk cId="211603335" sldId="356"/>
            <ac:spMk id="3" creationId="{2FABCF72-FAAD-AE18-2C30-B8E0C80C8705}"/>
          </ac:spMkLst>
        </pc:spChg>
        <pc:spChg chg="del">
          <ac:chgData name="Meloi Magpantay" userId="1871958f-a64c-48fc-b784-651cf64b29bc" providerId="ADAL" clId="{44BC1980-1565-4189-B4F3-69EBD89CF9CE}" dt="2026-03-13T19:08:58.222" v="39819" actId="478"/>
          <ac:spMkLst>
            <pc:docMk/>
            <pc:sldMk cId="211603335" sldId="356"/>
            <ac:spMk id="4" creationId="{C1962974-12E6-0B57-3621-55EA4EA823A8}"/>
          </ac:spMkLst>
        </pc:spChg>
        <pc:spChg chg="add mod">
          <ac:chgData name="Meloi Magpantay" userId="1871958f-a64c-48fc-b784-651cf64b29bc" providerId="ADAL" clId="{44BC1980-1565-4189-B4F3-69EBD89CF9CE}" dt="2026-03-13T19:12:09.371" v="39843" actId="164"/>
          <ac:spMkLst>
            <pc:docMk/>
            <pc:sldMk cId="211603335" sldId="356"/>
            <ac:spMk id="6" creationId="{BA483D8F-1E2C-1ECD-E61A-D2E6C3405331}"/>
          </ac:spMkLst>
        </pc:spChg>
        <pc:spChg chg="add mod">
          <ac:chgData name="Meloi Magpantay" userId="1871958f-a64c-48fc-b784-651cf64b29bc" providerId="ADAL" clId="{44BC1980-1565-4189-B4F3-69EBD89CF9CE}" dt="2026-03-13T19:12:09.371" v="39843" actId="164"/>
          <ac:spMkLst>
            <pc:docMk/>
            <pc:sldMk cId="211603335" sldId="356"/>
            <ac:spMk id="7" creationId="{F384F837-C93F-5CF2-A139-F30E36A7EC5A}"/>
          </ac:spMkLst>
        </pc:spChg>
        <pc:spChg chg="add mod">
          <ac:chgData name="Meloi Magpantay" userId="1871958f-a64c-48fc-b784-651cf64b29bc" providerId="ADAL" clId="{44BC1980-1565-4189-B4F3-69EBD89CF9CE}" dt="2026-03-13T19:12:09.371" v="39843" actId="164"/>
          <ac:spMkLst>
            <pc:docMk/>
            <pc:sldMk cId="211603335" sldId="356"/>
            <ac:spMk id="8" creationId="{3BE96B4D-414A-A6DC-96AF-2931ABDD4033}"/>
          </ac:spMkLst>
        </pc:spChg>
        <pc:spChg chg="add mod">
          <ac:chgData name="Meloi Magpantay" userId="1871958f-a64c-48fc-b784-651cf64b29bc" providerId="ADAL" clId="{44BC1980-1565-4189-B4F3-69EBD89CF9CE}" dt="2026-03-13T19:12:09.371" v="39843" actId="164"/>
          <ac:spMkLst>
            <pc:docMk/>
            <pc:sldMk cId="211603335" sldId="356"/>
            <ac:spMk id="9" creationId="{0BDDD594-ADBE-9778-542B-0DDAB6531F52}"/>
          </ac:spMkLst>
        </pc:spChg>
        <pc:spChg chg="mod">
          <ac:chgData name="Meloi Magpantay" userId="1871958f-a64c-48fc-b784-651cf64b29bc" providerId="ADAL" clId="{44BC1980-1565-4189-B4F3-69EBD89CF9CE}" dt="2026-03-13T19:05:43.688" v="39591" actId="20577"/>
          <ac:spMkLst>
            <pc:docMk/>
            <pc:sldMk cId="211603335" sldId="356"/>
            <ac:spMk id="168" creationId="{558BAB22-5A74-541F-689B-DF9F8BCE3D9D}"/>
          </ac:spMkLst>
        </pc:spChg>
        <pc:spChg chg="mod">
          <ac:chgData name="Meloi Magpantay" userId="1871958f-a64c-48fc-b784-651cf64b29bc" providerId="ADAL" clId="{44BC1980-1565-4189-B4F3-69EBD89CF9CE}" dt="2026-03-13T19:08:56.197" v="39818" actId="20577"/>
          <ac:spMkLst>
            <pc:docMk/>
            <pc:sldMk cId="211603335" sldId="356"/>
            <ac:spMk id="169" creationId="{A908FB11-529F-24BC-7282-473F2E2F355F}"/>
          </ac:spMkLst>
        </pc:spChg>
        <pc:grpChg chg="add mod">
          <ac:chgData name="Meloi Magpantay" userId="1871958f-a64c-48fc-b784-651cf64b29bc" providerId="ADAL" clId="{44BC1980-1565-4189-B4F3-69EBD89CF9CE}" dt="2026-03-13T19:12:15.457" v="39844" actId="14100"/>
          <ac:grpSpMkLst>
            <pc:docMk/>
            <pc:sldMk cId="211603335" sldId="356"/>
            <ac:grpSpMk id="10" creationId="{7FE57B95-BE7B-3C7F-5C3E-56C06BC10B64}"/>
          </ac:grpSpMkLst>
        </pc:grpChg>
        <pc:picChg chg="add mod">
          <ac:chgData name="Meloi Magpantay" userId="1871958f-a64c-48fc-b784-651cf64b29bc" providerId="ADAL" clId="{44BC1980-1565-4189-B4F3-69EBD89CF9CE}" dt="2026-03-13T19:12:09.371" v="39843" actId="164"/>
          <ac:picMkLst>
            <pc:docMk/>
            <pc:sldMk cId="211603335" sldId="356"/>
            <ac:picMk id="5" creationId="{5030F9FB-BF03-F2E4-765F-89C5505FFA20}"/>
          </ac:picMkLst>
        </pc:picChg>
      </pc:sldChg>
      <pc:sldChg chg="addSp delSp modSp add mod ord">
        <pc:chgData name="Meloi Magpantay" userId="1871958f-a64c-48fc-b784-651cf64b29bc" providerId="ADAL" clId="{44BC1980-1565-4189-B4F3-69EBD89CF9CE}" dt="2026-03-13T20:00:31.036" v="40570"/>
        <pc:sldMkLst>
          <pc:docMk/>
          <pc:sldMk cId="1317765092" sldId="357"/>
        </pc:sldMkLst>
        <pc:spChg chg="mod">
          <ac:chgData name="Meloi Magpantay" userId="1871958f-a64c-48fc-b784-651cf64b29bc" providerId="ADAL" clId="{44BC1980-1565-4189-B4F3-69EBD89CF9CE}" dt="2026-03-13T19:59:52.761" v="40562" actId="20577"/>
          <ac:spMkLst>
            <pc:docMk/>
            <pc:sldMk cId="1317765092" sldId="357"/>
            <ac:spMk id="168" creationId="{FE5FE2D4-1DF4-24A5-2F2B-11FA956512CE}"/>
          </ac:spMkLst>
        </pc:spChg>
        <pc:spChg chg="mod">
          <ac:chgData name="Meloi Magpantay" userId="1871958f-a64c-48fc-b784-651cf64b29bc" providerId="ADAL" clId="{44BC1980-1565-4189-B4F3-69EBD89CF9CE}" dt="2026-03-13T19:39:58.105" v="40192" actId="20577"/>
          <ac:spMkLst>
            <pc:docMk/>
            <pc:sldMk cId="1317765092" sldId="357"/>
            <ac:spMk id="169" creationId="{25D65046-EEE5-4F9E-E0BE-960FBD6CAED7}"/>
          </ac:spMkLst>
        </pc:spChg>
        <pc:grpChg chg="del">
          <ac:chgData name="Meloi Magpantay" userId="1871958f-a64c-48fc-b784-651cf64b29bc" providerId="ADAL" clId="{44BC1980-1565-4189-B4F3-69EBD89CF9CE}" dt="2026-03-13T19:27:36.919" v="39862" actId="478"/>
          <ac:grpSpMkLst>
            <pc:docMk/>
            <pc:sldMk cId="1317765092" sldId="357"/>
            <ac:grpSpMk id="10" creationId="{FCEA1AF6-9336-3F06-A633-C0713158480B}"/>
          </ac:grpSpMkLst>
        </pc:grpChg>
        <pc:graphicFrameChg chg="add mod">
          <ac:chgData name="Meloi Magpantay" userId="1871958f-a64c-48fc-b784-651cf64b29bc" providerId="ADAL" clId="{44BC1980-1565-4189-B4F3-69EBD89CF9CE}" dt="2026-03-13T19:27:39.092" v="39863"/>
          <ac:graphicFrameMkLst>
            <pc:docMk/>
            <pc:sldMk cId="1317765092" sldId="357"/>
            <ac:graphicFrameMk id="2" creationId="{580722DF-984C-F730-23CC-00C3CFF85C02}"/>
          </ac:graphicFrameMkLst>
        </pc:graphicFrameChg>
        <pc:graphicFrameChg chg="add mod">
          <ac:chgData name="Meloi Magpantay" userId="1871958f-a64c-48fc-b784-651cf64b29bc" providerId="ADAL" clId="{44BC1980-1565-4189-B4F3-69EBD89CF9CE}" dt="2026-03-13T19:39:08.462" v="40176"/>
          <ac:graphicFrameMkLst>
            <pc:docMk/>
            <pc:sldMk cId="1317765092" sldId="357"/>
            <ac:graphicFrameMk id="3" creationId="{D7A765B5-DA8F-B0CB-9075-5DE717C450E8}"/>
          </ac:graphicFrameMkLst>
        </pc:graphicFrameChg>
      </pc:sldChg>
      <pc:sldChg chg="addSp delSp modSp add mod ord">
        <pc:chgData name="Meloi Magpantay" userId="1871958f-a64c-48fc-b784-651cf64b29bc" providerId="ADAL" clId="{44BC1980-1565-4189-B4F3-69EBD89CF9CE}" dt="2026-03-13T19:36:00.940" v="40172" actId="14100"/>
        <pc:sldMkLst>
          <pc:docMk/>
          <pc:sldMk cId="4075045108" sldId="358"/>
        </pc:sldMkLst>
        <pc:spChg chg="add mod">
          <ac:chgData name="Meloi Magpantay" userId="1871958f-a64c-48fc-b784-651cf64b29bc" providerId="ADAL" clId="{44BC1980-1565-4189-B4F3-69EBD89CF9CE}" dt="2026-03-13T19:35:27.251" v="40160"/>
          <ac:spMkLst>
            <pc:docMk/>
            <pc:sldMk cId="4075045108" sldId="358"/>
            <ac:spMk id="2" creationId="{6FDF52E8-8317-A719-637B-36C64E95A680}"/>
          </ac:spMkLst>
        </pc:spChg>
        <pc:spChg chg="mod">
          <ac:chgData name="Meloi Magpantay" userId="1871958f-a64c-48fc-b784-651cf64b29bc" providerId="ADAL" clId="{44BC1980-1565-4189-B4F3-69EBD89CF9CE}" dt="2026-03-13T19:35:34.917" v="40162" actId="1076"/>
          <ac:spMkLst>
            <pc:docMk/>
            <pc:sldMk cId="4075045108" sldId="358"/>
            <ac:spMk id="3" creationId="{5C494A1D-9E36-3D60-5F1F-FC6748D950B3}"/>
          </ac:spMkLst>
        </pc:spChg>
        <pc:spChg chg="del">
          <ac:chgData name="Meloi Magpantay" userId="1871958f-a64c-48fc-b784-651cf64b29bc" providerId="ADAL" clId="{44BC1980-1565-4189-B4F3-69EBD89CF9CE}" dt="2026-03-13T19:34:03.278" v="40051" actId="478"/>
          <ac:spMkLst>
            <pc:docMk/>
            <pc:sldMk cId="4075045108" sldId="358"/>
            <ac:spMk id="4" creationId="{B19B3132-F349-B00D-E4A2-C44A5C099517}"/>
          </ac:spMkLst>
        </pc:spChg>
        <pc:spChg chg="add mod">
          <ac:chgData name="Meloi Magpantay" userId="1871958f-a64c-48fc-b784-651cf64b29bc" providerId="ADAL" clId="{44BC1980-1565-4189-B4F3-69EBD89CF9CE}" dt="2026-03-13T19:36:00.940" v="40172" actId="14100"/>
          <ac:spMkLst>
            <pc:docMk/>
            <pc:sldMk cId="4075045108" sldId="358"/>
            <ac:spMk id="5" creationId="{C96D40EB-C330-28FD-3412-FE40A8C3196D}"/>
          </ac:spMkLst>
        </pc:spChg>
        <pc:spChg chg="mod">
          <ac:chgData name="Meloi Magpantay" userId="1871958f-a64c-48fc-b784-651cf64b29bc" providerId="ADAL" clId="{44BC1980-1565-4189-B4F3-69EBD89CF9CE}" dt="2026-03-13T19:32:14.053" v="39939" actId="20577"/>
          <ac:spMkLst>
            <pc:docMk/>
            <pc:sldMk cId="4075045108" sldId="358"/>
            <ac:spMk id="168" creationId="{0C040780-0673-4C72-7BEF-CF9E3A7C384C}"/>
          </ac:spMkLst>
        </pc:spChg>
        <pc:spChg chg="mod">
          <ac:chgData name="Meloi Magpantay" userId="1871958f-a64c-48fc-b784-651cf64b29bc" providerId="ADAL" clId="{44BC1980-1565-4189-B4F3-69EBD89CF9CE}" dt="2026-03-13T19:35:23.442" v="40159" actId="20577"/>
          <ac:spMkLst>
            <pc:docMk/>
            <pc:sldMk cId="4075045108" sldId="358"/>
            <ac:spMk id="169" creationId="{6CD45B5D-0E2D-174A-09F6-41CB2DF326CA}"/>
          </ac:spMkLst>
        </pc:spChg>
      </pc:sldChg>
      <pc:sldChg chg="addSp delSp modSp add mod">
        <pc:chgData name="Meloi Magpantay" userId="1871958f-a64c-48fc-b784-651cf64b29bc" providerId="ADAL" clId="{44BC1980-1565-4189-B4F3-69EBD89CF9CE}" dt="2026-03-13T19:45:52.193" v="40244" actId="164"/>
        <pc:sldMkLst>
          <pc:docMk/>
          <pc:sldMk cId="184336829" sldId="359"/>
        </pc:sldMkLst>
        <pc:spChg chg="add mod">
          <ac:chgData name="Meloi Magpantay" userId="1871958f-a64c-48fc-b784-651cf64b29bc" providerId="ADAL" clId="{44BC1980-1565-4189-B4F3-69EBD89CF9CE}" dt="2026-03-13T19:45:43.355" v="40242" actId="164"/>
          <ac:spMkLst>
            <pc:docMk/>
            <pc:sldMk cId="184336829" sldId="359"/>
            <ac:spMk id="4" creationId="{4021E2BF-586D-00CE-ADFB-7A5EC999A32F}"/>
          </ac:spMkLst>
        </pc:spChg>
        <pc:spChg chg="mod">
          <ac:chgData name="Meloi Magpantay" userId="1871958f-a64c-48fc-b784-651cf64b29bc" providerId="ADAL" clId="{44BC1980-1565-4189-B4F3-69EBD89CF9CE}" dt="2026-03-13T19:45:31.320" v="40240" actId="1076"/>
          <ac:spMkLst>
            <pc:docMk/>
            <pc:sldMk cId="184336829" sldId="359"/>
            <ac:spMk id="6" creationId="{30D7A05F-E800-51A0-A4ED-024E9290AE63}"/>
          </ac:spMkLst>
        </pc:spChg>
        <pc:spChg chg="mod">
          <ac:chgData name="Meloi Magpantay" userId="1871958f-a64c-48fc-b784-651cf64b29bc" providerId="ADAL" clId="{44BC1980-1565-4189-B4F3-69EBD89CF9CE}" dt="2026-03-13T19:44:43.451" v="40232" actId="1076"/>
          <ac:spMkLst>
            <pc:docMk/>
            <pc:sldMk cId="184336829" sldId="359"/>
            <ac:spMk id="8" creationId="{7875774B-4F53-7215-627C-9E0DC24DED4C}"/>
          </ac:spMkLst>
        </pc:spChg>
        <pc:spChg chg="mod">
          <ac:chgData name="Meloi Magpantay" userId="1871958f-a64c-48fc-b784-651cf64b29bc" providerId="ADAL" clId="{44BC1980-1565-4189-B4F3-69EBD89CF9CE}" dt="2026-03-13T19:45:26.635" v="40239" actId="1076"/>
          <ac:spMkLst>
            <pc:docMk/>
            <pc:sldMk cId="184336829" sldId="359"/>
            <ac:spMk id="9" creationId="{D650C12C-A943-2E6C-F4B0-94CB16AE824F}"/>
          </ac:spMkLst>
        </pc:spChg>
        <pc:spChg chg="mod">
          <ac:chgData name="Meloi Magpantay" userId="1871958f-a64c-48fc-b784-651cf64b29bc" providerId="ADAL" clId="{44BC1980-1565-4189-B4F3-69EBD89CF9CE}" dt="2026-03-13T19:45:10.027" v="40234" actId="20577"/>
          <ac:spMkLst>
            <pc:docMk/>
            <pc:sldMk cId="184336829" sldId="359"/>
            <ac:spMk id="169" creationId="{DE5464C3-BB34-EE96-FEF8-2C9F4291A0B5}"/>
          </ac:spMkLst>
        </pc:spChg>
        <pc:grpChg chg="mod">
          <ac:chgData name="Meloi Magpantay" userId="1871958f-a64c-48fc-b784-651cf64b29bc" providerId="ADAL" clId="{44BC1980-1565-4189-B4F3-69EBD89CF9CE}" dt="2026-03-13T19:45:52.193" v="40244" actId="164"/>
          <ac:grpSpMkLst>
            <pc:docMk/>
            <pc:sldMk cId="184336829" sldId="359"/>
            <ac:grpSpMk id="10" creationId="{CF72E1C4-22C8-85CE-6014-26C46D442FCF}"/>
          </ac:grpSpMkLst>
        </pc:grpChg>
        <pc:grpChg chg="add mod ord">
          <ac:chgData name="Meloi Magpantay" userId="1871958f-a64c-48fc-b784-651cf64b29bc" providerId="ADAL" clId="{44BC1980-1565-4189-B4F3-69EBD89CF9CE}" dt="2026-03-13T19:45:52.193" v="40244" actId="164"/>
          <ac:grpSpMkLst>
            <pc:docMk/>
            <pc:sldMk cId="184336829" sldId="359"/>
            <ac:grpSpMk id="11" creationId="{704DB235-0F91-5B5E-8BC3-32F1A0ADB569}"/>
          </ac:grpSpMkLst>
        </pc:grpChg>
        <pc:grpChg chg="add mod">
          <ac:chgData name="Meloi Magpantay" userId="1871958f-a64c-48fc-b784-651cf64b29bc" providerId="ADAL" clId="{44BC1980-1565-4189-B4F3-69EBD89CF9CE}" dt="2026-03-13T19:45:52.193" v="40244" actId="164"/>
          <ac:grpSpMkLst>
            <pc:docMk/>
            <pc:sldMk cId="184336829" sldId="359"/>
            <ac:grpSpMk id="12" creationId="{22D6C583-C9C2-F294-2BE9-2BE567AEF971}"/>
          </ac:grpSpMkLst>
        </pc:grpChg>
        <pc:picChg chg="add mod ord">
          <ac:chgData name="Meloi Magpantay" userId="1871958f-a64c-48fc-b784-651cf64b29bc" providerId="ADAL" clId="{44BC1980-1565-4189-B4F3-69EBD89CF9CE}" dt="2026-03-13T19:45:43.355" v="40242" actId="164"/>
          <ac:picMkLst>
            <pc:docMk/>
            <pc:sldMk cId="184336829" sldId="359"/>
            <ac:picMk id="3" creationId="{229052E2-8EDD-7FB4-4D3A-D999EAC980D4}"/>
          </ac:picMkLst>
        </pc:picChg>
        <pc:picChg chg="del">
          <ac:chgData name="Meloi Magpantay" userId="1871958f-a64c-48fc-b784-651cf64b29bc" providerId="ADAL" clId="{44BC1980-1565-4189-B4F3-69EBD89CF9CE}" dt="2026-03-13T19:44:08.338" v="40216" actId="478"/>
          <ac:picMkLst>
            <pc:docMk/>
            <pc:sldMk cId="184336829" sldId="359"/>
            <ac:picMk id="5" creationId="{CF9BD4E1-D794-B7F2-F9EE-46BA1192D6C7}"/>
          </ac:picMkLst>
        </pc:picChg>
      </pc:sldChg>
      <pc:sldChg chg="addSp delSp modSp add mod ord">
        <pc:chgData name="Meloi Magpantay" userId="1871958f-a64c-48fc-b784-651cf64b29bc" providerId="ADAL" clId="{44BC1980-1565-4189-B4F3-69EBD89CF9CE}" dt="2026-03-13T19:57:27.332" v="40477" actId="1076"/>
        <pc:sldMkLst>
          <pc:docMk/>
          <pc:sldMk cId="2154012215" sldId="360"/>
        </pc:sldMkLst>
        <pc:spChg chg="add mod">
          <ac:chgData name="Meloi Magpantay" userId="1871958f-a64c-48fc-b784-651cf64b29bc" providerId="ADAL" clId="{44BC1980-1565-4189-B4F3-69EBD89CF9CE}" dt="2026-03-13T19:57:21.407" v="40475" actId="1076"/>
          <ac:spMkLst>
            <pc:docMk/>
            <pc:sldMk cId="2154012215" sldId="360"/>
            <ac:spMk id="15" creationId="{F60ECE23-F370-4413-7E3B-70392F2B1A70}"/>
          </ac:spMkLst>
        </pc:spChg>
        <pc:spChg chg="add mod">
          <ac:chgData name="Meloi Magpantay" userId="1871958f-a64c-48fc-b784-651cf64b29bc" providerId="ADAL" clId="{44BC1980-1565-4189-B4F3-69EBD89CF9CE}" dt="2026-03-13T19:57:27.332" v="40477" actId="1076"/>
          <ac:spMkLst>
            <pc:docMk/>
            <pc:sldMk cId="2154012215" sldId="360"/>
            <ac:spMk id="16" creationId="{17F2E67E-5E49-CCE7-9ECB-B0E6D76CB3AB}"/>
          </ac:spMkLst>
        </pc:spChg>
        <pc:spChg chg="mod">
          <ac:chgData name="Meloi Magpantay" userId="1871958f-a64c-48fc-b784-651cf64b29bc" providerId="ADAL" clId="{44BC1980-1565-4189-B4F3-69EBD89CF9CE}" dt="2026-03-13T19:46:26.489" v="40251" actId="20577"/>
          <ac:spMkLst>
            <pc:docMk/>
            <pc:sldMk cId="2154012215" sldId="360"/>
            <ac:spMk id="168" creationId="{7CC1A2CB-6541-E554-C89E-BFBCA644CA3C}"/>
          </ac:spMkLst>
        </pc:spChg>
        <pc:spChg chg="mod">
          <ac:chgData name="Meloi Magpantay" userId="1871958f-a64c-48fc-b784-651cf64b29bc" providerId="ADAL" clId="{44BC1980-1565-4189-B4F3-69EBD89CF9CE}" dt="2026-03-13T19:48:04.394" v="40318" actId="20577"/>
          <ac:spMkLst>
            <pc:docMk/>
            <pc:sldMk cId="2154012215" sldId="360"/>
            <ac:spMk id="169" creationId="{50FF5882-E1F1-0DB1-0C48-0D9806A883F6}"/>
          </ac:spMkLst>
        </pc:spChg>
        <pc:grpChg chg="del mod">
          <ac:chgData name="Meloi Magpantay" userId="1871958f-a64c-48fc-b784-651cf64b29bc" providerId="ADAL" clId="{44BC1980-1565-4189-B4F3-69EBD89CF9CE}" dt="2026-03-13T19:48:55.302" v="40319" actId="478"/>
          <ac:grpSpMkLst>
            <pc:docMk/>
            <pc:sldMk cId="2154012215" sldId="360"/>
            <ac:grpSpMk id="12" creationId="{9F8BE2D2-DB0A-3810-84A9-8FAC0B74277E}"/>
          </ac:grpSpMkLst>
        </pc:grpChg>
        <pc:picChg chg="add mod">
          <ac:chgData name="Meloi Magpantay" userId="1871958f-a64c-48fc-b784-651cf64b29bc" providerId="ADAL" clId="{44BC1980-1565-4189-B4F3-69EBD89CF9CE}" dt="2026-03-13T19:50:09.886" v="40328" actId="1076"/>
          <ac:picMkLst>
            <pc:docMk/>
            <pc:sldMk cId="2154012215" sldId="360"/>
            <ac:picMk id="5" creationId="{2456A242-3D59-F8EF-1179-7D2980785217}"/>
          </ac:picMkLst>
        </pc:picChg>
        <pc:picChg chg="add mod">
          <ac:chgData name="Meloi Magpantay" userId="1871958f-a64c-48fc-b784-651cf64b29bc" providerId="ADAL" clId="{44BC1980-1565-4189-B4F3-69EBD89CF9CE}" dt="2026-03-13T19:50:14.926" v="40329" actId="1076"/>
          <ac:picMkLst>
            <pc:docMk/>
            <pc:sldMk cId="2154012215" sldId="360"/>
            <ac:picMk id="14" creationId="{393B7C95-5438-F61F-E66C-58C8731AEC3F}"/>
          </ac:picMkLst>
        </pc:picChg>
      </pc:sldChg>
      <pc:sldChg chg="addSp delSp modSp add mod">
        <pc:chgData name="Meloi Magpantay" userId="1871958f-a64c-48fc-b784-651cf64b29bc" providerId="ADAL" clId="{44BC1980-1565-4189-B4F3-69EBD89CF9CE}" dt="2026-03-13T19:59:24.753" v="40542" actId="20577"/>
        <pc:sldMkLst>
          <pc:docMk/>
          <pc:sldMk cId="1089890682" sldId="361"/>
        </pc:sldMkLst>
        <pc:spChg chg="add mod">
          <ac:chgData name="Meloi Magpantay" userId="1871958f-a64c-48fc-b784-651cf64b29bc" providerId="ADAL" clId="{44BC1980-1565-4189-B4F3-69EBD89CF9CE}" dt="2026-03-13T19:58:21.718" v="40488" actId="1035"/>
          <ac:spMkLst>
            <pc:docMk/>
            <pc:sldMk cId="1089890682" sldId="361"/>
            <ac:spMk id="7" creationId="{5D9B9EAA-A0F3-2CC9-2877-894B9C73F09F}"/>
          </ac:spMkLst>
        </pc:spChg>
        <pc:spChg chg="add mod">
          <ac:chgData name="Meloi Magpantay" userId="1871958f-a64c-48fc-b784-651cf64b29bc" providerId="ADAL" clId="{44BC1980-1565-4189-B4F3-69EBD89CF9CE}" dt="2026-03-13T19:58:33.108" v="40490" actId="1076"/>
          <ac:spMkLst>
            <pc:docMk/>
            <pc:sldMk cId="1089890682" sldId="361"/>
            <ac:spMk id="8" creationId="{C32B0A64-6CD8-6A51-A28D-605AD7F65AD9}"/>
          </ac:spMkLst>
        </pc:spChg>
        <pc:spChg chg="add mod">
          <ac:chgData name="Meloi Magpantay" userId="1871958f-a64c-48fc-b784-651cf64b29bc" providerId="ADAL" clId="{44BC1980-1565-4189-B4F3-69EBD89CF9CE}" dt="2026-03-13T19:58:45.191" v="40495" actId="1036"/>
          <ac:spMkLst>
            <pc:docMk/>
            <pc:sldMk cId="1089890682" sldId="361"/>
            <ac:spMk id="9" creationId="{C37426CF-4CEF-1E68-2D57-F22F6380E2BF}"/>
          </ac:spMkLst>
        </pc:spChg>
        <pc:spChg chg="add mod">
          <ac:chgData name="Meloi Magpantay" userId="1871958f-a64c-48fc-b784-651cf64b29bc" providerId="ADAL" clId="{44BC1980-1565-4189-B4F3-69EBD89CF9CE}" dt="2026-03-13T19:58:57.195" v="40497" actId="1076"/>
          <ac:spMkLst>
            <pc:docMk/>
            <pc:sldMk cId="1089890682" sldId="361"/>
            <ac:spMk id="10" creationId="{CE494107-35DD-3D59-D321-D3D00CAEE027}"/>
          </ac:spMkLst>
        </pc:spChg>
        <pc:spChg chg="mod">
          <ac:chgData name="Meloi Magpantay" userId="1871958f-a64c-48fc-b784-651cf64b29bc" providerId="ADAL" clId="{44BC1980-1565-4189-B4F3-69EBD89CF9CE}" dt="2026-03-13T19:50:51.995" v="40348" actId="20577"/>
          <ac:spMkLst>
            <pc:docMk/>
            <pc:sldMk cId="1089890682" sldId="361"/>
            <ac:spMk id="168" creationId="{FE764081-3359-6255-D4E6-4359F28B06CD}"/>
          </ac:spMkLst>
        </pc:spChg>
        <pc:spChg chg="mod">
          <ac:chgData name="Meloi Magpantay" userId="1871958f-a64c-48fc-b784-651cf64b29bc" providerId="ADAL" clId="{44BC1980-1565-4189-B4F3-69EBD89CF9CE}" dt="2026-03-13T19:59:24.753" v="40542" actId="20577"/>
          <ac:spMkLst>
            <pc:docMk/>
            <pc:sldMk cId="1089890682" sldId="361"/>
            <ac:spMk id="169" creationId="{4B577DE4-3ED8-28D6-DA07-38CBB5CE7A1F}"/>
          </ac:spMkLst>
        </pc:spChg>
        <pc:picChg chg="add mod">
          <ac:chgData name="Meloi Magpantay" userId="1871958f-a64c-48fc-b784-651cf64b29bc" providerId="ADAL" clId="{44BC1980-1565-4189-B4F3-69EBD89CF9CE}" dt="2026-03-13T19:58:03.333" v="40481" actId="14100"/>
          <ac:picMkLst>
            <pc:docMk/>
            <pc:sldMk cId="1089890682" sldId="361"/>
            <ac:picMk id="3" creationId="{4FFC88ED-15E5-C811-D987-420876229FD9}"/>
          </ac:picMkLst>
        </pc:picChg>
        <pc:picChg chg="del mod">
          <ac:chgData name="Meloi Magpantay" userId="1871958f-a64c-48fc-b784-651cf64b29bc" providerId="ADAL" clId="{44BC1980-1565-4189-B4F3-69EBD89CF9CE}" dt="2026-03-13T19:54:51.083" v="40469" actId="478"/>
          <ac:picMkLst>
            <pc:docMk/>
            <pc:sldMk cId="1089890682" sldId="361"/>
            <ac:picMk id="5" creationId="{9EFB3E2F-34A0-C72B-C033-DD809F3B89AF}"/>
          </ac:picMkLst>
        </pc:picChg>
        <pc:picChg chg="add mod">
          <ac:chgData name="Meloi Magpantay" userId="1871958f-a64c-48fc-b784-651cf64b29bc" providerId="ADAL" clId="{44BC1980-1565-4189-B4F3-69EBD89CF9CE}" dt="2026-03-13T19:58:08.271" v="40482" actId="1076"/>
          <ac:picMkLst>
            <pc:docMk/>
            <pc:sldMk cId="1089890682" sldId="361"/>
            <ac:picMk id="6" creationId="{6324010E-FAA0-76D5-33E8-3F7A663D6958}"/>
          </ac:picMkLst>
        </pc:picChg>
        <pc:picChg chg="del">
          <ac:chgData name="Meloi Magpantay" userId="1871958f-a64c-48fc-b784-651cf64b29bc" providerId="ADAL" clId="{44BC1980-1565-4189-B4F3-69EBD89CF9CE}" dt="2026-03-13T19:54:52.544" v="40470" actId="478"/>
          <ac:picMkLst>
            <pc:docMk/>
            <pc:sldMk cId="1089890682" sldId="361"/>
            <ac:picMk id="14" creationId="{1D53E3B1-C097-69A9-D336-A86994DD9126}"/>
          </ac:picMkLst>
        </pc:picChg>
      </pc:sldChg>
      <pc:sldChg chg="add del ord">
        <pc:chgData name="Meloi Magpantay" userId="1871958f-a64c-48fc-b784-651cf64b29bc" providerId="ADAL" clId="{44BC1980-1565-4189-B4F3-69EBD89CF9CE}" dt="2026-03-13T20:00:46.805" v="40571" actId="47"/>
        <pc:sldMkLst>
          <pc:docMk/>
          <pc:sldMk cId="3448926679" sldId="362"/>
        </pc:sldMkLst>
      </pc:sldChg>
      <pc:sldChg chg="modSp add mod ord">
        <pc:chgData name="Meloi Magpantay" userId="1871958f-a64c-48fc-b784-651cf64b29bc" providerId="ADAL" clId="{44BC1980-1565-4189-B4F3-69EBD89CF9CE}" dt="2026-03-13T20:03:15.922" v="40651" actId="14100"/>
        <pc:sldMkLst>
          <pc:docMk/>
          <pc:sldMk cId="3470399881" sldId="362"/>
        </pc:sldMkLst>
        <pc:spChg chg="mod">
          <ac:chgData name="Meloi Magpantay" userId="1871958f-a64c-48fc-b784-651cf64b29bc" providerId="ADAL" clId="{44BC1980-1565-4189-B4F3-69EBD89CF9CE}" dt="2026-03-13T20:02:11.997" v="40615" actId="1035"/>
          <ac:spMkLst>
            <pc:docMk/>
            <pc:sldMk cId="3470399881" sldId="362"/>
            <ac:spMk id="3" creationId="{C602382D-6235-6BE3-1193-B45FB1D8B1DB}"/>
          </ac:spMkLst>
        </pc:spChg>
        <pc:spChg chg="mod">
          <ac:chgData name="Meloi Magpantay" userId="1871958f-a64c-48fc-b784-651cf64b29bc" providerId="ADAL" clId="{44BC1980-1565-4189-B4F3-69EBD89CF9CE}" dt="2026-03-13T20:03:15.922" v="40651" actId="14100"/>
          <ac:spMkLst>
            <pc:docMk/>
            <pc:sldMk cId="3470399881" sldId="362"/>
            <ac:spMk id="5" creationId="{8E89240A-BE91-87D4-E679-70660B01835E}"/>
          </ac:spMkLst>
        </pc:spChg>
        <pc:spChg chg="mod">
          <ac:chgData name="Meloi Magpantay" userId="1871958f-a64c-48fc-b784-651cf64b29bc" providerId="ADAL" clId="{44BC1980-1565-4189-B4F3-69EBD89CF9CE}" dt="2026-03-13T20:01:05.479" v="40589" actId="20577"/>
          <ac:spMkLst>
            <pc:docMk/>
            <pc:sldMk cId="3470399881" sldId="362"/>
            <ac:spMk id="168" creationId="{D5DF7195-565B-C0B1-2970-CA57CC077DC8}"/>
          </ac:spMkLst>
        </pc:spChg>
        <pc:spChg chg="mod">
          <ac:chgData name="Meloi Magpantay" userId="1871958f-a64c-48fc-b784-651cf64b29bc" providerId="ADAL" clId="{44BC1980-1565-4189-B4F3-69EBD89CF9CE}" dt="2026-03-13T20:02:34.074" v="40646" actId="20577"/>
          <ac:spMkLst>
            <pc:docMk/>
            <pc:sldMk cId="3470399881" sldId="362"/>
            <ac:spMk id="169" creationId="{CBF84620-A49D-D6ED-6F6A-C316793E16C2}"/>
          </ac:spMkLst>
        </pc:spChg>
      </pc:sldChg>
      <pc:sldChg chg="add del ord">
        <pc:chgData name="Meloi Magpantay" userId="1871958f-a64c-48fc-b784-651cf64b29bc" providerId="ADAL" clId="{44BC1980-1565-4189-B4F3-69EBD89CF9CE}" dt="2026-03-13T20:00:12.383" v="40566" actId="47"/>
        <pc:sldMkLst>
          <pc:docMk/>
          <pc:sldMk cId="1232979805" sldId="363"/>
        </pc:sldMkLst>
      </pc:sldChg>
      <pc:sldChg chg="addSp delSp modSp add mod ord">
        <pc:chgData name="Meloi Magpantay" userId="1871958f-a64c-48fc-b784-651cf64b29bc" providerId="ADAL" clId="{44BC1980-1565-4189-B4F3-69EBD89CF9CE}" dt="2026-03-13T20:16:57.733" v="40705" actId="20577"/>
        <pc:sldMkLst>
          <pc:docMk/>
          <pc:sldMk cId="4187588965" sldId="363"/>
        </pc:sldMkLst>
        <pc:spChg chg="mod">
          <ac:chgData name="Meloi Magpantay" userId="1871958f-a64c-48fc-b784-651cf64b29bc" providerId="ADAL" clId="{44BC1980-1565-4189-B4F3-69EBD89CF9CE}" dt="2026-03-13T20:13:25.992" v="40670" actId="164"/>
          <ac:spMkLst>
            <pc:docMk/>
            <pc:sldMk cId="4187588965" sldId="363"/>
            <ac:spMk id="7" creationId="{F7A3BFDD-3A8F-AA6E-23CD-7C637AF6340F}"/>
          </ac:spMkLst>
        </pc:spChg>
        <pc:spChg chg="del">
          <ac:chgData name="Meloi Magpantay" userId="1871958f-a64c-48fc-b784-651cf64b29bc" providerId="ADAL" clId="{44BC1980-1565-4189-B4F3-69EBD89CF9CE}" dt="2026-03-13T20:13:10.100" v="40665" actId="478"/>
          <ac:spMkLst>
            <pc:docMk/>
            <pc:sldMk cId="4187588965" sldId="363"/>
            <ac:spMk id="8" creationId="{580F016C-51AD-ADD3-F245-579B067C2F00}"/>
          </ac:spMkLst>
        </pc:spChg>
        <pc:spChg chg="del">
          <ac:chgData name="Meloi Magpantay" userId="1871958f-a64c-48fc-b784-651cf64b29bc" providerId="ADAL" clId="{44BC1980-1565-4189-B4F3-69EBD89CF9CE}" dt="2026-03-13T20:13:21.055" v="40669" actId="478"/>
          <ac:spMkLst>
            <pc:docMk/>
            <pc:sldMk cId="4187588965" sldId="363"/>
            <ac:spMk id="9" creationId="{7289AA77-92F4-C797-6CA2-2B870CCCFB90}"/>
          </ac:spMkLst>
        </pc:spChg>
        <pc:spChg chg="del">
          <ac:chgData name="Meloi Magpantay" userId="1871958f-a64c-48fc-b784-651cf64b29bc" providerId="ADAL" clId="{44BC1980-1565-4189-B4F3-69EBD89CF9CE}" dt="2026-03-13T20:13:19.305" v="40668" actId="478"/>
          <ac:spMkLst>
            <pc:docMk/>
            <pc:sldMk cId="4187588965" sldId="363"/>
            <ac:spMk id="10" creationId="{9A02EAB3-69DF-E893-C879-0D7142BBE5A9}"/>
          </ac:spMkLst>
        </pc:spChg>
        <pc:spChg chg="mod">
          <ac:chgData name="Meloi Magpantay" userId="1871958f-a64c-48fc-b784-651cf64b29bc" providerId="ADAL" clId="{44BC1980-1565-4189-B4F3-69EBD89CF9CE}" dt="2026-03-13T20:16:57.733" v="40705" actId="20577"/>
          <ac:spMkLst>
            <pc:docMk/>
            <pc:sldMk cId="4187588965" sldId="363"/>
            <ac:spMk id="168" creationId="{98BC9295-4448-4512-D704-F6733B45CA13}"/>
          </ac:spMkLst>
        </pc:spChg>
        <pc:spChg chg="mod">
          <ac:chgData name="Meloi Magpantay" userId="1871958f-a64c-48fc-b784-651cf64b29bc" providerId="ADAL" clId="{44BC1980-1565-4189-B4F3-69EBD89CF9CE}" dt="2026-03-13T20:13:38.090" v="40673" actId="20577"/>
          <ac:spMkLst>
            <pc:docMk/>
            <pc:sldMk cId="4187588965" sldId="363"/>
            <ac:spMk id="169" creationId="{512F6D49-F4C0-5B31-E1E9-DAE42C44B729}"/>
          </ac:spMkLst>
        </pc:spChg>
        <pc:grpChg chg="add mod">
          <ac:chgData name="Meloi Magpantay" userId="1871958f-a64c-48fc-b784-651cf64b29bc" providerId="ADAL" clId="{44BC1980-1565-4189-B4F3-69EBD89CF9CE}" dt="2026-03-13T20:13:33.571" v="40672" actId="1076"/>
          <ac:grpSpMkLst>
            <pc:docMk/>
            <pc:sldMk cId="4187588965" sldId="363"/>
            <ac:grpSpMk id="5" creationId="{7E711975-FC1D-6B85-2537-113D45FBA3B5}"/>
          </ac:grpSpMkLst>
        </pc:grpChg>
        <pc:picChg chg="del">
          <ac:chgData name="Meloi Magpantay" userId="1871958f-a64c-48fc-b784-651cf64b29bc" providerId="ADAL" clId="{44BC1980-1565-4189-B4F3-69EBD89CF9CE}" dt="2026-03-13T20:12:49.040" v="40657" actId="478"/>
          <ac:picMkLst>
            <pc:docMk/>
            <pc:sldMk cId="4187588965" sldId="363"/>
            <ac:picMk id="3" creationId="{08B798A4-7BF7-5769-70F3-C0795AD764B7}"/>
          </ac:picMkLst>
        </pc:picChg>
        <pc:picChg chg="add mod ord">
          <ac:chgData name="Meloi Magpantay" userId="1871958f-a64c-48fc-b784-651cf64b29bc" providerId="ADAL" clId="{44BC1980-1565-4189-B4F3-69EBD89CF9CE}" dt="2026-03-13T20:13:25.992" v="40670" actId="164"/>
          <ac:picMkLst>
            <pc:docMk/>
            <pc:sldMk cId="4187588965" sldId="363"/>
            <ac:picMk id="4" creationId="{C74ED813-0ABA-4758-D7B9-7D673D1537BF}"/>
          </ac:picMkLst>
        </pc:picChg>
        <pc:picChg chg="del">
          <ac:chgData name="Meloi Magpantay" userId="1871958f-a64c-48fc-b784-651cf64b29bc" providerId="ADAL" clId="{44BC1980-1565-4189-B4F3-69EBD89CF9CE}" dt="2026-03-13T20:13:04.809" v="40663" actId="478"/>
          <ac:picMkLst>
            <pc:docMk/>
            <pc:sldMk cId="4187588965" sldId="363"/>
            <ac:picMk id="6" creationId="{4F8F9D91-ACAE-9E7A-D37D-F198AEE51F1E}"/>
          </ac:picMkLst>
        </pc:picChg>
      </pc:sldChg>
      <pc:sldChg chg="modSp add mod ord">
        <pc:chgData name="Meloi Magpantay" userId="1871958f-a64c-48fc-b784-651cf64b29bc" providerId="ADAL" clId="{44BC1980-1565-4189-B4F3-69EBD89CF9CE}" dt="2026-03-13T20:19:15.764" v="40759" actId="14100"/>
        <pc:sldMkLst>
          <pc:docMk/>
          <pc:sldMk cId="2490590435" sldId="364"/>
        </pc:sldMkLst>
        <pc:spChg chg="mod">
          <ac:chgData name="Meloi Magpantay" userId="1871958f-a64c-48fc-b784-651cf64b29bc" providerId="ADAL" clId="{44BC1980-1565-4189-B4F3-69EBD89CF9CE}" dt="2026-03-13T20:18:05.072" v="40723" actId="14100"/>
          <ac:spMkLst>
            <pc:docMk/>
            <pc:sldMk cId="2490590435" sldId="364"/>
            <ac:spMk id="3" creationId="{4481545E-6FE5-3B08-840F-AB73140E05DA}"/>
          </ac:spMkLst>
        </pc:spChg>
        <pc:spChg chg="mod">
          <ac:chgData name="Meloi Magpantay" userId="1871958f-a64c-48fc-b784-651cf64b29bc" providerId="ADAL" clId="{44BC1980-1565-4189-B4F3-69EBD89CF9CE}" dt="2026-03-13T20:19:15.764" v="40759" actId="14100"/>
          <ac:spMkLst>
            <pc:docMk/>
            <pc:sldMk cId="2490590435" sldId="364"/>
            <ac:spMk id="5" creationId="{F46CDB36-42E0-96A0-3A37-886ADA899B85}"/>
          </ac:spMkLst>
        </pc:spChg>
        <pc:spChg chg="mod">
          <ac:chgData name="Meloi Magpantay" userId="1871958f-a64c-48fc-b784-651cf64b29bc" providerId="ADAL" clId="{44BC1980-1565-4189-B4F3-69EBD89CF9CE}" dt="2026-03-13T20:17:04.955" v="40715" actId="20577"/>
          <ac:spMkLst>
            <pc:docMk/>
            <pc:sldMk cId="2490590435" sldId="364"/>
            <ac:spMk id="168" creationId="{A708D849-8F04-5BCC-CADA-C4D6D83608EA}"/>
          </ac:spMkLst>
        </pc:spChg>
        <pc:spChg chg="mod">
          <ac:chgData name="Meloi Magpantay" userId="1871958f-a64c-48fc-b784-651cf64b29bc" providerId="ADAL" clId="{44BC1980-1565-4189-B4F3-69EBD89CF9CE}" dt="2026-03-13T20:18:42.467" v="40754" actId="20577"/>
          <ac:spMkLst>
            <pc:docMk/>
            <pc:sldMk cId="2490590435" sldId="364"/>
            <ac:spMk id="169" creationId="{01E3D567-42E8-8C69-9121-06A33258A0DE}"/>
          </ac:spMkLst>
        </pc:spChg>
      </pc:sldChg>
      <pc:sldChg chg="modSp add mod ord">
        <pc:chgData name="Meloi Magpantay" userId="1871958f-a64c-48fc-b784-651cf64b29bc" providerId="ADAL" clId="{44BC1980-1565-4189-B4F3-69EBD89CF9CE}" dt="2026-03-13T20:21:15.878" v="40775"/>
        <pc:sldMkLst>
          <pc:docMk/>
          <pc:sldMk cId="1434331740" sldId="365"/>
        </pc:sldMkLst>
        <pc:spChg chg="mod">
          <ac:chgData name="Meloi Magpantay" userId="1871958f-a64c-48fc-b784-651cf64b29bc" providerId="ADAL" clId="{44BC1980-1565-4189-B4F3-69EBD89CF9CE}" dt="2026-03-13T20:21:06.072" v="40774" actId="20577"/>
          <ac:spMkLst>
            <pc:docMk/>
            <pc:sldMk cId="1434331740" sldId="365"/>
            <ac:spMk id="168" creationId="{F53190AD-6ABE-DDF8-E8E8-F6909CBC8146}"/>
          </ac:spMkLst>
        </pc:spChg>
        <pc:spChg chg="mod">
          <ac:chgData name="Meloi Magpantay" userId="1871958f-a64c-48fc-b784-651cf64b29bc" providerId="ADAL" clId="{44BC1980-1565-4189-B4F3-69EBD89CF9CE}" dt="2026-03-13T20:21:15.878" v="40775"/>
          <ac:spMkLst>
            <pc:docMk/>
            <pc:sldMk cId="1434331740" sldId="365"/>
            <ac:spMk id="169" creationId="{31D38044-AD18-FA6B-B43E-58DE1FD07D56}"/>
          </ac:spMkLst>
        </pc:spChg>
      </pc:sldChg>
      <pc:sldChg chg="add del">
        <pc:chgData name="Meloi Magpantay" userId="1871958f-a64c-48fc-b784-651cf64b29bc" providerId="ADAL" clId="{44BC1980-1565-4189-B4F3-69EBD89CF9CE}" dt="2026-03-13T20:20:55.485" v="40761" actId="47"/>
        <pc:sldMkLst>
          <pc:docMk/>
          <pc:sldMk cId="1805606602" sldId="365"/>
        </pc:sldMkLst>
      </pc:sldChg>
      <pc:sldChg chg="addSp delSp modSp add mod">
        <pc:chgData name="Meloi Magpantay" userId="1871958f-a64c-48fc-b784-651cf64b29bc" providerId="ADAL" clId="{44BC1980-1565-4189-B4F3-69EBD89CF9CE}" dt="2026-03-13T20:25:41.610" v="40843" actId="20577"/>
        <pc:sldMkLst>
          <pc:docMk/>
          <pc:sldMk cId="1180175714" sldId="366"/>
        </pc:sldMkLst>
        <pc:spChg chg="mod">
          <ac:chgData name="Meloi Magpantay" userId="1871958f-a64c-48fc-b784-651cf64b29bc" providerId="ADAL" clId="{44BC1980-1565-4189-B4F3-69EBD89CF9CE}" dt="2026-03-13T20:22:34.587" v="40804" actId="20577"/>
          <ac:spMkLst>
            <pc:docMk/>
            <pc:sldMk cId="1180175714" sldId="366"/>
            <ac:spMk id="168" creationId="{F26A8C7F-55D5-0290-2DE5-8EF2A3B03351}"/>
          </ac:spMkLst>
        </pc:spChg>
        <pc:spChg chg="mod">
          <ac:chgData name="Meloi Magpantay" userId="1871958f-a64c-48fc-b784-651cf64b29bc" providerId="ADAL" clId="{44BC1980-1565-4189-B4F3-69EBD89CF9CE}" dt="2026-03-13T20:25:41.610" v="40843" actId="20577"/>
          <ac:spMkLst>
            <pc:docMk/>
            <pc:sldMk cId="1180175714" sldId="366"/>
            <ac:spMk id="169" creationId="{27B0ED04-BE3F-5917-012C-378788183820}"/>
          </ac:spMkLst>
        </pc:spChg>
        <pc:grpChg chg="del">
          <ac:chgData name="Meloi Magpantay" userId="1871958f-a64c-48fc-b784-651cf64b29bc" providerId="ADAL" clId="{44BC1980-1565-4189-B4F3-69EBD89CF9CE}" dt="2026-03-13T20:22:36.062" v="40805" actId="478"/>
          <ac:grpSpMkLst>
            <pc:docMk/>
            <pc:sldMk cId="1180175714" sldId="366"/>
            <ac:grpSpMk id="5" creationId="{EE75C195-5C04-640E-856A-DC1F317C443F}"/>
          </ac:grpSpMkLst>
        </pc:grpChg>
        <pc:graphicFrameChg chg="add mod">
          <ac:chgData name="Meloi Magpantay" userId="1871958f-a64c-48fc-b784-651cf64b29bc" providerId="ADAL" clId="{44BC1980-1565-4189-B4F3-69EBD89CF9CE}" dt="2026-03-13T20:22:47.245" v="40806"/>
          <ac:graphicFrameMkLst>
            <pc:docMk/>
            <pc:sldMk cId="1180175714" sldId="366"/>
            <ac:graphicFrameMk id="2" creationId="{0FBCE275-8683-EB5D-4ED9-0B01F11730B3}"/>
          </ac:graphicFrameMkLst>
        </pc:graphicFrameChg>
        <pc:graphicFrameChg chg="add mod">
          <ac:chgData name="Meloi Magpantay" userId="1871958f-a64c-48fc-b784-651cf64b29bc" providerId="ADAL" clId="{44BC1980-1565-4189-B4F3-69EBD89CF9CE}" dt="2026-03-13T20:23:31.962" v="40818"/>
          <ac:graphicFrameMkLst>
            <pc:docMk/>
            <pc:sldMk cId="1180175714" sldId="366"/>
            <ac:graphicFrameMk id="3" creationId="{A4E4D160-92A6-3C2E-09BE-88F49C2AF9C9}"/>
          </ac:graphicFrameMkLst>
        </pc:graphicFrameChg>
        <pc:graphicFrameChg chg="add mod">
          <ac:chgData name="Meloi Magpantay" userId="1871958f-a64c-48fc-b784-651cf64b29bc" providerId="ADAL" clId="{44BC1980-1565-4189-B4F3-69EBD89CF9CE}" dt="2026-03-13T20:24:01.441" v="40825"/>
          <ac:graphicFrameMkLst>
            <pc:docMk/>
            <pc:sldMk cId="1180175714" sldId="366"/>
            <ac:graphicFrameMk id="6" creationId="{071300B6-0925-CF6D-0BDF-8CBA7500D082}"/>
          </ac:graphicFrameMkLst>
        </pc:graphicFrameChg>
      </pc:sldChg>
      <pc:sldChg chg="addSp modSp add mod">
        <pc:chgData name="Meloi Magpantay" userId="1871958f-a64c-48fc-b784-651cf64b29bc" providerId="ADAL" clId="{44BC1980-1565-4189-B4F3-69EBD89CF9CE}" dt="2026-03-13T20:29:03.820" v="40853" actId="113"/>
        <pc:sldMkLst>
          <pc:docMk/>
          <pc:sldMk cId="3961990359" sldId="367"/>
        </pc:sldMkLst>
        <pc:spChg chg="mod">
          <ac:chgData name="Meloi Magpantay" userId="1871958f-a64c-48fc-b784-651cf64b29bc" providerId="ADAL" clId="{44BC1980-1565-4189-B4F3-69EBD89CF9CE}" dt="2026-03-13T20:29:03.820" v="40853" actId="113"/>
          <ac:spMkLst>
            <pc:docMk/>
            <pc:sldMk cId="3961990359" sldId="367"/>
            <ac:spMk id="169" creationId="{B7DA8A36-3E76-3FDE-9065-13E900ACBCAD}"/>
          </ac:spMkLst>
        </pc:spChg>
        <pc:graphicFrameChg chg="add mod">
          <ac:chgData name="Meloi Magpantay" userId="1871958f-a64c-48fc-b784-651cf64b29bc" providerId="ADAL" clId="{44BC1980-1565-4189-B4F3-69EBD89CF9CE}" dt="2026-03-13T20:28:28.084" v="40845"/>
          <ac:graphicFrameMkLst>
            <pc:docMk/>
            <pc:sldMk cId="3961990359" sldId="367"/>
            <ac:graphicFrameMk id="2" creationId="{F4D72D15-ED5B-E073-B185-D2E45CAD0CBD}"/>
          </ac:graphicFrameMkLst>
        </pc:graphicFrameChg>
        <pc:graphicFrameChg chg="add mod">
          <ac:chgData name="Meloi Magpantay" userId="1871958f-a64c-48fc-b784-651cf64b29bc" providerId="ADAL" clId="{44BC1980-1565-4189-B4F3-69EBD89CF9CE}" dt="2026-03-13T20:28:30.962" v="40848"/>
          <ac:graphicFrameMkLst>
            <pc:docMk/>
            <pc:sldMk cId="3961990359" sldId="367"/>
            <ac:graphicFrameMk id="3" creationId="{47642C68-3A83-800A-5AB7-967A7DF0B0D7}"/>
          </ac:graphicFrameMkLst>
        </pc:graphicFrameChg>
      </pc:sldChg>
      <pc:sldChg chg="modSp add mod ord">
        <pc:chgData name="Meloi Magpantay" userId="1871958f-a64c-48fc-b784-651cf64b29bc" providerId="ADAL" clId="{44BC1980-1565-4189-B4F3-69EBD89CF9CE}" dt="2026-03-13T20:38:38.090" v="41051" actId="14100"/>
        <pc:sldMkLst>
          <pc:docMk/>
          <pc:sldMk cId="1648117803" sldId="368"/>
        </pc:sldMkLst>
        <pc:spChg chg="mod">
          <ac:chgData name="Meloi Magpantay" userId="1871958f-a64c-48fc-b784-651cf64b29bc" providerId="ADAL" clId="{44BC1980-1565-4189-B4F3-69EBD89CF9CE}" dt="2026-03-13T20:32:23.574" v="40970" actId="14100"/>
          <ac:spMkLst>
            <pc:docMk/>
            <pc:sldMk cId="1648117803" sldId="368"/>
            <ac:spMk id="3" creationId="{32F16CC9-B934-1B4A-65EE-7983A66A537B}"/>
          </ac:spMkLst>
        </pc:spChg>
        <pc:spChg chg="mod">
          <ac:chgData name="Meloi Magpantay" userId="1871958f-a64c-48fc-b784-651cf64b29bc" providerId="ADAL" clId="{44BC1980-1565-4189-B4F3-69EBD89CF9CE}" dt="2026-03-13T20:38:38.090" v="41051" actId="14100"/>
          <ac:spMkLst>
            <pc:docMk/>
            <pc:sldMk cId="1648117803" sldId="368"/>
            <ac:spMk id="5" creationId="{421D51AA-BD83-960D-FAAC-5EA990238282}"/>
          </ac:spMkLst>
        </pc:spChg>
        <pc:spChg chg="mod">
          <ac:chgData name="Meloi Magpantay" userId="1871958f-a64c-48fc-b784-651cf64b29bc" providerId="ADAL" clId="{44BC1980-1565-4189-B4F3-69EBD89CF9CE}" dt="2026-03-13T20:30:09.628" v="40864" actId="20577"/>
          <ac:spMkLst>
            <pc:docMk/>
            <pc:sldMk cId="1648117803" sldId="368"/>
            <ac:spMk id="168" creationId="{779F7D19-1BB9-C556-3A24-A29D39A0C03A}"/>
          </ac:spMkLst>
        </pc:spChg>
        <pc:spChg chg="mod">
          <ac:chgData name="Meloi Magpantay" userId="1871958f-a64c-48fc-b784-651cf64b29bc" providerId="ADAL" clId="{44BC1980-1565-4189-B4F3-69EBD89CF9CE}" dt="2026-03-13T20:38:25.967" v="41045" actId="20577"/>
          <ac:spMkLst>
            <pc:docMk/>
            <pc:sldMk cId="1648117803" sldId="368"/>
            <ac:spMk id="169" creationId="{F58CF889-216F-4C46-7D1B-E61CCE79DAEE}"/>
          </ac:spMkLst>
        </pc:spChg>
      </pc:sldChg>
      <pc:sldChg chg="addSp delSp modSp add mod ord">
        <pc:chgData name="Meloi Magpantay" userId="1871958f-a64c-48fc-b784-651cf64b29bc" providerId="ADAL" clId="{44BC1980-1565-4189-B4F3-69EBD89CF9CE}" dt="2026-03-13T20:41:52.214" v="41079" actId="20577"/>
        <pc:sldMkLst>
          <pc:docMk/>
          <pc:sldMk cId="2391074025" sldId="369"/>
        </pc:sldMkLst>
        <pc:spChg chg="del mod topLvl">
          <ac:chgData name="Meloi Magpantay" userId="1871958f-a64c-48fc-b784-651cf64b29bc" providerId="ADAL" clId="{44BC1980-1565-4189-B4F3-69EBD89CF9CE}" dt="2026-03-13T20:40:18.897" v="41068" actId="21"/>
          <ac:spMkLst>
            <pc:docMk/>
            <pc:sldMk cId="2391074025" sldId="369"/>
            <ac:spMk id="7" creationId="{9FDB2132-29ED-8C36-C6E6-9153F90DF87C}"/>
          </ac:spMkLst>
        </pc:spChg>
        <pc:spChg chg="mod">
          <ac:chgData name="Meloi Magpantay" userId="1871958f-a64c-48fc-b784-651cf64b29bc" providerId="ADAL" clId="{44BC1980-1565-4189-B4F3-69EBD89CF9CE}" dt="2026-03-13T20:41:52.214" v="41079" actId="20577"/>
          <ac:spMkLst>
            <pc:docMk/>
            <pc:sldMk cId="2391074025" sldId="369"/>
            <ac:spMk id="168" creationId="{439289F6-96B4-F37B-9E43-195E2EBDB9BD}"/>
          </ac:spMkLst>
        </pc:spChg>
        <pc:spChg chg="mod">
          <ac:chgData name="Meloi Magpantay" userId="1871958f-a64c-48fc-b784-651cf64b29bc" providerId="ADAL" clId="{44BC1980-1565-4189-B4F3-69EBD89CF9CE}" dt="2026-03-13T20:39:45.461" v="41061"/>
          <ac:spMkLst>
            <pc:docMk/>
            <pc:sldMk cId="2391074025" sldId="369"/>
            <ac:spMk id="169" creationId="{EEE49139-606C-A369-16D5-E32E91691AB2}"/>
          </ac:spMkLst>
        </pc:spChg>
        <pc:grpChg chg="del">
          <ac:chgData name="Meloi Magpantay" userId="1871958f-a64c-48fc-b784-651cf64b29bc" providerId="ADAL" clId="{44BC1980-1565-4189-B4F3-69EBD89CF9CE}" dt="2026-03-13T20:39:49.905" v="41062" actId="478"/>
          <ac:grpSpMkLst>
            <pc:docMk/>
            <pc:sldMk cId="2391074025" sldId="369"/>
            <ac:grpSpMk id="5" creationId="{57B171A7-B4BC-C547-2877-D7F6ED4033FF}"/>
          </ac:grpSpMkLst>
        </pc:grpChg>
        <pc:picChg chg="add mod ord">
          <ac:chgData name="Meloi Magpantay" userId="1871958f-a64c-48fc-b784-651cf64b29bc" providerId="ADAL" clId="{44BC1980-1565-4189-B4F3-69EBD89CF9CE}" dt="2026-03-13T20:40:11.654" v="41066" actId="167"/>
          <ac:picMkLst>
            <pc:docMk/>
            <pc:sldMk cId="2391074025" sldId="369"/>
            <ac:picMk id="3" creationId="{4A690433-1B42-5023-6F0D-36AA885C93BD}"/>
          </ac:picMkLst>
        </pc:picChg>
        <pc:picChg chg="del topLvl">
          <ac:chgData name="Meloi Magpantay" userId="1871958f-a64c-48fc-b784-651cf64b29bc" providerId="ADAL" clId="{44BC1980-1565-4189-B4F3-69EBD89CF9CE}" dt="2026-03-13T20:39:49.905" v="41062" actId="478"/>
          <ac:picMkLst>
            <pc:docMk/>
            <pc:sldMk cId="2391074025" sldId="369"/>
            <ac:picMk id="4" creationId="{A99A278F-301D-1194-788B-7D569CAF1528}"/>
          </ac:picMkLst>
        </pc:picChg>
      </pc:sldChg>
      <pc:sldChg chg="addSp modSp add mod ord">
        <pc:chgData name="Meloi Magpantay" userId="1871958f-a64c-48fc-b784-651cf64b29bc" providerId="ADAL" clId="{44BC1980-1565-4189-B4F3-69EBD89CF9CE}" dt="2026-03-13T20:47:44.138" v="41146" actId="20577"/>
        <pc:sldMkLst>
          <pc:docMk/>
          <pc:sldMk cId="3264211902" sldId="370"/>
        </pc:sldMkLst>
        <pc:spChg chg="mod">
          <ac:chgData name="Meloi Magpantay" userId="1871958f-a64c-48fc-b784-651cf64b29bc" providerId="ADAL" clId="{44BC1980-1565-4189-B4F3-69EBD89CF9CE}" dt="2026-03-13T20:43:25.767" v="41099" actId="20577"/>
          <ac:spMkLst>
            <pc:docMk/>
            <pc:sldMk cId="3264211902" sldId="370"/>
            <ac:spMk id="168" creationId="{809A52A0-0EDC-6979-3A49-BB2101424E2F}"/>
          </ac:spMkLst>
        </pc:spChg>
        <pc:spChg chg="mod">
          <ac:chgData name="Meloi Magpantay" userId="1871958f-a64c-48fc-b784-651cf64b29bc" providerId="ADAL" clId="{44BC1980-1565-4189-B4F3-69EBD89CF9CE}" dt="2026-03-13T20:47:44.138" v="41146" actId="20577"/>
          <ac:spMkLst>
            <pc:docMk/>
            <pc:sldMk cId="3264211902" sldId="370"/>
            <ac:spMk id="169" creationId="{E1AD7CE8-B77F-5B74-8040-9CDB1CD2A965}"/>
          </ac:spMkLst>
        </pc:spChg>
        <pc:graphicFrameChg chg="add mod">
          <ac:chgData name="Meloi Magpantay" userId="1871958f-a64c-48fc-b784-651cf64b29bc" providerId="ADAL" clId="{44BC1980-1565-4189-B4F3-69EBD89CF9CE}" dt="2026-03-13T20:43:52.312" v="41100"/>
          <ac:graphicFrameMkLst>
            <pc:docMk/>
            <pc:sldMk cId="3264211902" sldId="370"/>
            <ac:graphicFrameMk id="2" creationId="{17072B67-D5A4-8E84-E911-44D0943ED498}"/>
          </ac:graphicFrameMkLst>
        </pc:graphicFrameChg>
        <pc:graphicFrameChg chg="add mod">
          <ac:chgData name="Meloi Magpantay" userId="1871958f-a64c-48fc-b784-651cf64b29bc" providerId="ADAL" clId="{44BC1980-1565-4189-B4F3-69EBD89CF9CE}" dt="2026-03-13T20:45:10.094" v="41105"/>
          <ac:graphicFrameMkLst>
            <pc:docMk/>
            <pc:sldMk cId="3264211902" sldId="370"/>
            <ac:graphicFrameMk id="3" creationId="{DB42FF6F-A913-4C08-47E5-BE4994842BE6}"/>
          </ac:graphicFrameMkLst>
        </pc:graphicFrameChg>
        <pc:graphicFrameChg chg="add mod">
          <ac:chgData name="Meloi Magpantay" userId="1871958f-a64c-48fc-b784-651cf64b29bc" providerId="ADAL" clId="{44BC1980-1565-4189-B4F3-69EBD89CF9CE}" dt="2026-03-13T20:47:31.411" v="41131"/>
          <ac:graphicFrameMkLst>
            <pc:docMk/>
            <pc:sldMk cId="3264211902" sldId="370"/>
            <ac:graphicFrameMk id="4" creationId="{0D238D2D-0D62-3597-5A52-6C698033452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PH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</a:t>
            </a:r>
            <a:r>
              <a:rPr lang="en-PH" dirty="0"/>
              <a:t> is a CSS length unit — "</a:t>
            </a:r>
            <a:r>
              <a:rPr lang="en-PH" b="1" dirty="0"/>
              <a:t>r</a:t>
            </a:r>
            <a:r>
              <a:rPr lang="en-PH" dirty="0"/>
              <a:t>oot </a:t>
            </a:r>
            <a:r>
              <a:rPr lang="en-PH" b="1" dirty="0" err="1"/>
              <a:t>em</a:t>
            </a:r>
            <a:r>
              <a:rPr lang="en-PH" dirty="0"/>
              <a:t>." It means "this many times the font size of the root </a:t>
            </a:r>
            <a:r>
              <a:rPr lang="en-PH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&lt;html&gt;</a:t>
            </a:r>
            <a:r>
              <a:rPr lang="en-PH" dirty="0"/>
              <a:t> element.“</a:t>
            </a:r>
          </a:p>
          <a:p>
            <a:pPr marL="158750" indent="0">
              <a:buNone/>
            </a:pPr>
            <a:r>
              <a:rPr lang="en-PH" b="1" dirty="0"/>
              <a:t>Why not just use </a:t>
            </a:r>
            <a:r>
              <a:rPr lang="en-PH" b="1" dirty="0" err="1"/>
              <a:t>px</a:t>
            </a:r>
            <a:r>
              <a:rPr lang="en-PH" b="1" dirty="0"/>
              <a:t>?</a:t>
            </a:r>
            <a:r>
              <a:rPr lang="en-PH" dirty="0"/>
              <a:t> If someone bumps their browser's default font size up for readability — genuinely common — everything sized in </a:t>
            </a:r>
            <a:r>
              <a:rPr lang="en-PH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</a:t>
            </a:r>
            <a:r>
              <a:rPr lang="en-PH" dirty="0"/>
              <a:t> scales with it. Anything hard-coded in </a:t>
            </a:r>
            <a:r>
              <a:rPr lang="en-PH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px</a:t>
            </a:r>
            <a:r>
              <a:rPr lang="en-PH" dirty="0"/>
              <a:t> stays stubbornly small. So </a:t>
            </a:r>
            <a:r>
              <a:rPr lang="en-PH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</a:t>
            </a:r>
            <a:r>
              <a:rPr lang="en-PH" dirty="0"/>
              <a:t> is the accessible choice, which is why Tailwind builds its whole scale on it.</a:t>
            </a:r>
          </a:p>
        </p:txBody>
      </p:sp>
    </p:spTree>
    <p:extLst>
      <p:ext uri="{BB962C8B-B14F-4D97-AF65-F5344CB8AC3E}">
        <p14:creationId xmlns:p14="http://schemas.microsoft.com/office/powerpoint/2010/main" val="3195526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6012656" y="771525"/>
            <a:ext cx="3290888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821656" y="-1209675"/>
            <a:ext cx="3290888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"/>
          <p:cNvSpPr txBox="1"/>
          <p:nvPr/>
        </p:nvSpPr>
        <p:spPr>
          <a:xfrm>
            <a:off x="347472" y="700000"/>
            <a:ext cx="8449056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MODULE 2  |  SESSION 5</a:t>
            </a:r>
          </a:p>
        </p:txBody>
      </p:sp>
      <p:sp>
        <p:nvSpPr>
          <p:cNvPr id="102" name="TextBox"/>
          <p:cNvSpPr txBox="1"/>
          <p:nvPr/>
        </p:nvSpPr>
        <p:spPr>
          <a:xfrm>
            <a:off x="347472" y="1050000"/>
            <a:ext cx="8449056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0000"/>
                </a:solidFill>
                <a:latin typeface="Arial"/>
                <a:cs typeface="Arial"/>
              </a:rPr>
              <a:t>Tailwind CSS + UI Polish</a:t>
            </a:r>
          </a:p>
        </p:txBody>
      </p:sp>
      <p:sp>
        <p:nvSpPr>
          <p:cNvPr id="103" name="TextBox"/>
          <p:cNvSpPr txBox="1"/>
          <p:nvPr/>
        </p:nvSpPr>
        <p:spPr>
          <a:xfrm>
            <a:off x="347472" y="2050000"/>
            <a:ext cx="8449056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/>
                <a:cs typeface="Arial"/>
              </a:rPr>
              <a:t>Tailwind Setup  |  Utility Classes  |  Responsive Design  |  Dark Mode  |  GT2 Part 3</a:t>
            </a:r>
          </a:p>
        </p:txBody>
      </p:sp>
      <p:sp>
        <p:nvSpPr>
          <p:cNvPr id="104" name="TextBox"/>
          <p:cNvSpPr txBox="1"/>
          <p:nvPr/>
        </p:nvSpPr>
        <p:spPr>
          <a:xfrm>
            <a:off x="347472" y="4300000"/>
            <a:ext cx="8449056" cy="3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rgbClr val="55534A"/>
                </a:solidFill>
                <a:latin typeface="Arial"/>
                <a:cs typeface="Arial"/>
              </a:rPr>
              <a:t>ITELECT4  |  AY 2026-2027  |  Saturday, August 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Session 5: Tailwind CSS + UI Polish</a:t>
            </a:r>
          </a:p>
        </p:txBody>
      </p:sp>
      <p:sp>
        <p:nvSpPr>
          <p:cNvPr id="106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Styling your app for real -- GT2 Part 3 finalizes and submits today</a:t>
            </a:r>
          </a:p>
        </p:txBody>
      </p:sp>
      <p:sp>
        <p:nvSpPr>
          <p:cNvPr id="107" name="TextBox"/>
          <p:cNvSpPr txBox="1"/>
          <p:nvPr/>
        </p:nvSpPr>
        <p:spPr>
          <a:xfrm>
            <a:off x="347472" y="950000"/>
            <a:ext cx="41148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Topics</a:t>
            </a:r>
          </a:p>
        </p:txBody>
      </p:sp>
      <p:sp>
        <p:nvSpPr>
          <p:cNvPr id="108" name="Badge"/>
          <p:cNvSpPr/>
          <p:nvPr/>
        </p:nvSpPr>
        <p:spPr>
          <a:xfrm>
            <a:off x="347472" y="1362456"/>
            <a:ext cx="300000" cy="300000"/>
          </a:xfrm>
          <a:prstGeom prst="roundRect">
            <a:avLst>
              <a:gd name="adj" fmla="val 16667"/>
            </a:avLst>
          </a:prstGeom>
          <a:solidFill>
            <a:srgbClr val="359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BadgeNum"/>
          <p:cNvSpPr/>
          <p:nvPr/>
        </p:nvSpPr>
        <p:spPr>
          <a:xfrm>
            <a:off x="347472" y="1362456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110" name="TextBox"/>
          <p:cNvSpPr txBox="1"/>
          <p:nvPr/>
        </p:nvSpPr>
        <p:spPr>
          <a:xfrm>
            <a:off x="727472" y="1332456"/>
            <a:ext cx="18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cs typeface="Arial"/>
              </a:rPr>
              <a:t>Tailwind Setup</a:t>
            </a:r>
          </a:p>
        </p:txBody>
      </p:sp>
      <p:sp>
        <p:nvSpPr>
          <p:cNvPr id="111" name="TextBox"/>
          <p:cNvSpPr txBox="1"/>
          <p:nvPr/>
        </p:nvSpPr>
        <p:spPr>
          <a:xfrm>
            <a:off x="2627472" y="1332456"/>
            <a:ext cx="23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5534A"/>
                </a:solidFill>
                <a:latin typeface="Arial"/>
                <a:cs typeface="Arial"/>
              </a:rPr>
              <a:t>install, config, utility-first CSS</a:t>
            </a:r>
          </a:p>
        </p:txBody>
      </p:sp>
      <p:sp>
        <p:nvSpPr>
          <p:cNvPr id="118" name="Badge"/>
          <p:cNvSpPr/>
          <p:nvPr/>
        </p:nvSpPr>
        <p:spPr>
          <a:xfrm>
            <a:off x="347472" y="1822456"/>
            <a:ext cx="300000" cy="300000"/>
          </a:xfrm>
          <a:prstGeom prst="roundRect">
            <a:avLst>
              <a:gd name="adj" fmla="val 16667"/>
            </a:avLst>
          </a:prstGeom>
          <a:solidFill>
            <a:srgbClr val="359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BadgeNum"/>
          <p:cNvSpPr/>
          <p:nvPr/>
        </p:nvSpPr>
        <p:spPr>
          <a:xfrm>
            <a:off x="347472" y="1822456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120" name="TextBox"/>
          <p:cNvSpPr txBox="1"/>
          <p:nvPr/>
        </p:nvSpPr>
        <p:spPr>
          <a:xfrm>
            <a:off x="727472" y="1792456"/>
            <a:ext cx="18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cs typeface="Arial"/>
              </a:rPr>
              <a:t>Styled Components</a:t>
            </a:r>
          </a:p>
        </p:txBody>
      </p:sp>
      <p:sp>
        <p:nvSpPr>
          <p:cNvPr id="121" name="TextBox"/>
          <p:cNvSpPr txBox="1"/>
          <p:nvPr/>
        </p:nvSpPr>
        <p:spPr>
          <a:xfrm>
            <a:off x="2627472" y="1792456"/>
            <a:ext cx="23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5534A"/>
                </a:solidFill>
                <a:latin typeface="Arial"/>
                <a:cs typeface="Arial"/>
              </a:rPr>
              <a:t>utility classes + a variant prop</a:t>
            </a:r>
          </a:p>
        </p:txBody>
      </p:sp>
      <p:sp>
        <p:nvSpPr>
          <p:cNvPr id="128" name="Badge"/>
          <p:cNvSpPr/>
          <p:nvPr/>
        </p:nvSpPr>
        <p:spPr>
          <a:xfrm>
            <a:off x="347472" y="2282456"/>
            <a:ext cx="300000" cy="300000"/>
          </a:xfrm>
          <a:prstGeom prst="roundRect">
            <a:avLst>
              <a:gd name="adj" fmla="val 16667"/>
            </a:avLst>
          </a:prstGeom>
          <a:solidFill>
            <a:srgbClr val="359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9" name="BadgeNum"/>
          <p:cNvSpPr/>
          <p:nvPr/>
        </p:nvSpPr>
        <p:spPr>
          <a:xfrm>
            <a:off x="347472" y="2282456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130" name="TextBox"/>
          <p:cNvSpPr txBox="1"/>
          <p:nvPr/>
        </p:nvSpPr>
        <p:spPr>
          <a:xfrm>
            <a:off x="727472" y="2252456"/>
            <a:ext cx="18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cs typeface="Arial"/>
              </a:rPr>
              <a:t>Responsive + Dark Mode</a:t>
            </a:r>
          </a:p>
        </p:txBody>
      </p:sp>
      <p:sp>
        <p:nvSpPr>
          <p:cNvPr id="131" name="TextBox"/>
          <p:cNvSpPr txBox="1"/>
          <p:nvPr/>
        </p:nvSpPr>
        <p:spPr>
          <a:xfrm>
            <a:off x="2627472" y="2252456"/>
            <a:ext cx="23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5534A"/>
                </a:solidFill>
                <a:latin typeface="Arial"/>
                <a:cs typeface="Arial"/>
              </a:rPr>
              <a:t>grid breakpoints, class-based dark mode</a:t>
            </a:r>
          </a:p>
        </p:txBody>
      </p:sp>
      <p:sp>
        <p:nvSpPr>
          <p:cNvPr id="138" name="Badge"/>
          <p:cNvSpPr/>
          <p:nvPr/>
        </p:nvSpPr>
        <p:spPr>
          <a:xfrm>
            <a:off x="347472" y="2742456"/>
            <a:ext cx="300000" cy="300000"/>
          </a:xfrm>
          <a:prstGeom prst="roundRect">
            <a:avLst>
              <a:gd name="adj" fmla="val 16667"/>
            </a:avLst>
          </a:prstGeom>
          <a:solidFill>
            <a:srgbClr val="359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9" name="BadgeNum"/>
          <p:cNvSpPr/>
          <p:nvPr/>
        </p:nvSpPr>
        <p:spPr>
          <a:xfrm>
            <a:off x="347472" y="2742456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140" name="TextBox"/>
          <p:cNvSpPr txBox="1"/>
          <p:nvPr/>
        </p:nvSpPr>
        <p:spPr>
          <a:xfrm>
            <a:off x="727472" y="2712456"/>
            <a:ext cx="18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cs typeface="Arial"/>
              </a:rPr>
              <a:t>Loading &amp; Error States</a:t>
            </a:r>
          </a:p>
        </p:txBody>
      </p:sp>
      <p:sp>
        <p:nvSpPr>
          <p:cNvPr id="141" name="TextBox"/>
          <p:cNvSpPr txBox="1"/>
          <p:nvPr/>
        </p:nvSpPr>
        <p:spPr>
          <a:xfrm>
            <a:off x="2627472" y="2712456"/>
            <a:ext cx="23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5534A"/>
                </a:solidFill>
                <a:latin typeface="Arial"/>
                <a:cs typeface="Arial"/>
              </a:rPr>
              <a:t>styled skeleton and error UI</a:t>
            </a:r>
          </a:p>
        </p:txBody>
      </p:sp>
      <p:sp>
        <p:nvSpPr>
          <p:cNvPr id="148" name="Badge"/>
          <p:cNvSpPr/>
          <p:nvPr/>
        </p:nvSpPr>
        <p:spPr>
          <a:xfrm>
            <a:off x="347472" y="3202456"/>
            <a:ext cx="300000" cy="300000"/>
          </a:xfrm>
          <a:prstGeom prst="roundRect">
            <a:avLst>
              <a:gd name="adj" fmla="val 16667"/>
            </a:avLst>
          </a:prstGeom>
          <a:solidFill>
            <a:srgbClr val="3594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9" name="BadgeNum"/>
          <p:cNvSpPr/>
          <p:nvPr/>
        </p:nvSpPr>
        <p:spPr>
          <a:xfrm>
            <a:off x="347472" y="3202456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150" name="TextBox"/>
          <p:cNvSpPr txBox="1"/>
          <p:nvPr/>
        </p:nvSpPr>
        <p:spPr>
          <a:xfrm>
            <a:off x="727472" y="3172456"/>
            <a:ext cx="185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>
                <a:solidFill>
                  <a:srgbClr val="000000"/>
                </a:solidFill>
                <a:latin typeface="Arial"/>
                <a:cs typeface="Arial"/>
              </a:rPr>
              <a:t>GT2 Part 3</a:t>
            </a:r>
          </a:p>
        </p:txBody>
      </p:sp>
      <p:sp>
        <p:nvSpPr>
          <p:cNvPr id="151" name="TextBox"/>
          <p:cNvSpPr txBox="1"/>
          <p:nvPr/>
        </p:nvSpPr>
        <p:spPr>
          <a:xfrm>
            <a:off x="2627472" y="3172456"/>
            <a:ext cx="23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55534A"/>
                </a:solidFill>
                <a:latin typeface="Arial"/>
                <a:cs typeface="Arial"/>
              </a:rPr>
              <a:t>finalize, tag gt2, submit</a:t>
            </a:r>
          </a:p>
        </p:txBody>
      </p:sp>
      <p:sp>
        <p:nvSpPr>
          <p:cNvPr id="160" name="TextBox"/>
          <p:cNvSpPr txBox="1"/>
          <p:nvPr/>
        </p:nvSpPr>
        <p:spPr>
          <a:xfrm>
            <a:off x="5150000" y="1000000"/>
            <a:ext cx="35368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359444"/>
                </a:solidFill>
                <a:latin typeface="Arial"/>
                <a:cs typeface="Arial"/>
              </a:rPr>
              <a:t>GT2 - Part 3 of 3</a:t>
            </a:r>
          </a:p>
        </p:txBody>
      </p:sp>
      <p:sp>
        <p:nvSpPr>
          <p:cNvPr id="161" name="TextBox"/>
          <p:cNvSpPr txBox="1"/>
          <p:nvPr/>
        </p:nvSpPr>
        <p:spPr>
          <a:xfrm>
            <a:off x="5150000" y="1360000"/>
            <a:ext cx="3536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5534A"/>
                </a:solidFill>
                <a:latin typeface="Arial"/>
                <a:cs typeface="Arial"/>
              </a:rPr>
              <a:t>Graded Task (Finalize &amp; Submit Today)</a:t>
            </a:r>
          </a:p>
        </p:txBody>
      </p:sp>
      <p:sp>
        <p:nvSpPr>
          <p:cNvPr id="162" name="TextBox"/>
          <p:cNvSpPr txBox="1"/>
          <p:nvPr/>
        </p:nvSpPr>
        <p:spPr>
          <a:xfrm>
            <a:off x="5150000" y="1700000"/>
            <a:ext cx="3536800" cy="28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Apply Tailwind utility classes to all 3 components (UserCard, CourseCard, SubmissionBadge)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Add a responsive grid layout with at least 2 breakpoints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Add a dark mode toggle using class-based dark mode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Add at least 1 component variant (e.g. compact/default)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Style loading and error states -- no more plain text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Tag gt2 and submit repo link + tag + 3 UI screenshots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Quick Recap: Session 4</a:t>
            </a:r>
          </a:p>
        </p:txBody>
      </p:sp>
      <p:sp>
        <p:nvSpPr>
          <p:cNvPr id="132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Before we touch styling, let's confirm what's already in src/App.tsx</a:t>
            </a:r>
          </a:p>
        </p:txBody>
      </p:sp>
      <p:sp>
        <p:nvSpPr>
          <p:cNvPr id="133" name="TextBox"/>
          <p:cNvSpPr txBox="1"/>
          <p:nvPr/>
        </p:nvSpPr>
        <p:spPr>
          <a:xfrm>
            <a:off x="347472" y="1005840"/>
            <a:ext cx="8449056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Typed state in App.tsx -- selectedUser, courses, isLoading, searchTerm (our class demo -- yours may use different state)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 typed DOM ref (searchInputRef) and a typed onChange handler filtering courses live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Two custom hooks in src/hooks/ -- useToggle (showDetails) and usePrevious (previousSearch)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UserCard and CourseCard render dynamically from that state -- no more hard-coded JSX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Every className so far is still a plain string like "user-card" -- no Tailwind yet</a:t>
            </a:r>
          </a:p>
        </p:txBody>
      </p:sp>
      <p:sp>
        <p:nvSpPr>
          <p:cNvPr id="134" name="TextBox"/>
          <p:cNvSpPr txBox="1"/>
          <p:nvPr/>
        </p:nvSpPr>
        <p:spPr>
          <a:xfrm>
            <a:off x="347472" y="4300000"/>
            <a:ext cx="84490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Today, those plain classNames become Tailwind utilities -- and the app gets styled.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What Is Tailwind CSS?</a:t>
            </a:r>
          </a:p>
        </p:txBody>
      </p:sp>
      <p:sp>
        <p:nvSpPr>
          <p:cNvPr id="148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Before we install it -- what it is, and why we are not just writing CSS</a:t>
            </a:r>
          </a:p>
        </p:txBody>
      </p:sp>
      <p:sp>
        <p:nvSpPr>
          <p:cNvPr id="149" name="TextBox"/>
          <p:cNvSpPr txBox="1"/>
          <p:nvPr/>
        </p:nvSpPr>
        <p:spPr>
          <a:xfrm>
            <a:off x="347472" y="1005840"/>
            <a:ext cx="420624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A big set of tiny, single-purpose CSS classes.</a:t>
            </a:r>
            <a:r>
              <a:rPr sz="1300" dirty="0">
                <a:solidFill>
                  <a:srgbClr val="000000"/>
                </a:solidFill>
                <a:latin typeface="Arial"/>
              </a:rPr>
              <a:t> Each one does exactly one thing: p-5 sets padding, bg-white sets background. You style by combining them in className.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You stop writing CSS files.</a:t>
            </a:r>
            <a:r>
              <a:rPr sz="1300" dirty="0">
                <a:solidFill>
                  <a:srgbClr val="000000"/>
                </a:solidFill>
                <a:latin typeface="Arial"/>
              </a:rPr>
              <a:t> No more inventing a name like .user-card, opening index.css, writing the rule, and switching back. It all happens in the component.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It only ships the CSS you actually used.</a:t>
            </a:r>
            <a:r>
              <a:rPr sz="1300" dirty="0">
                <a:solidFill>
                  <a:srgbClr val="000000"/>
                </a:solidFill>
                <a:latin typeface="Arial"/>
              </a:rPr>
              <a:t> Tailwind scans your files and generates styles for those classes only, so your stylesheet stays small.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Yes, the className strings get long.</a:t>
            </a:r>
            <a:r>
              <a:rPr sz="1300" dirty="0">
                <a:solidFill>
                  <a:srgbClr val="000000"/>
                </a:solidFill>
                <a:latin typeface="Arial"/>
              </a:rPr>
              <a:t> That is normal, not a mistake -- it is the trade you make for never naming a class or hunting through a stylesheet again.</a:t>
            </a:r>
          </a:p>
        </p:txBody>
      </p:sp>
      <p:sp>
        <p:nvSpPr>
          <p:cNvPr id="150" name="CodeBox"/>
          <p:cNvSpPr/>
          <p:nvPr/>
        </p:nvSpPr>
        <p:spPr>
          <a:xfrm>
            <a:off x="4901184" y="1060704"/>
            <a:ext cx="378561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dirty="0">
                <a:solidFill>
                  <a:srgbClr val="88846F"/>
                </a:solidFill>
                <a:latin typeface="Courier New"/>
              </a:rPr>
              <a:t>// The way you know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dirty="0">
                <a:solidFill>
                  <a:srgbClr val="88846F"/>
                </a:solidFill>
                <a:latin typeface="Courier New"/>
              </a:rPr>
              <a:t>// -- styles.css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.user-card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  padding: 20px;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  background: white;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dirty="0">
                <a:solidFill>
                  <a:srgbClr val="88846F"/>
                </a:solidFill>
                <a:latin typeface="Courier New"/>
              </a:rPr>
              <a:t>// -- UserCard.tsx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&lt;div </a:t>
            </a:r>
            <a:r>
              <a:rPr sz="14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1400" b="0" i="0" dirty="0">
                <a:solidFill>
                  <a:srgbClr val="E6DB74"/>
                </a:solidFill>
                <a:latin typeface="Courier New"/>
              </a:rPr>
              <a:t>"user-card"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dirty="0">
                <a:solidFill>
                  <a:srgbClr val="88846F"/>
                </a:solidFill>
                <a:latin typeface="Courier New"/>
              </a:rPr>
              <a:t>// The Tailwind way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dirty="0">
                <a:solidFill>
                  <a:srgbClr val="88846F"/>
                </a:solidFill>
                <a:latin typeface="Courier New"/>
              </a:rPr>
              <a:t>// -- no CSS file at all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&lt;div </a:t>
            </a:r>
            <a:r>
              <a:rPr sz="14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1400" b="0" i="0" dirty="0">
                <a:solidFill>
                  <a:srgbClr val="E6DB74"/>
                </a:solidFill>
                <a:latin typeface="Courier New"/>
              </a:rPr>
              <a:t>"p-5 bg-white"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Tailwind CSS Setup</a:t>
            </a:r>
          </a:p>
        </p:txBody>
      </p:sp>
      <p:sp>
        <p:nvSpPr>
          <p:cNvPr id="136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the following slides, we will add:</a:t>
            </a:r>
          </a:p>
        </p:txBody>
      </p:sp>
      <p:sp>
        <p:nvSpPr>
          <p:cNvPr id="137" name="TextBox"/>
          <p:cNvSpPr txBox="1"/>
          <p:nvPr/>
        </p:nvSpPr>
        <p:spPr>
          <a:xfrm>
            <a:off x="347472" y="1005840"/>
            <a:ext cx="8449056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Tailwind CSS v4 and its official Vite plugin, @tailwindcss/vite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One line added to vite.config.ts -- no separate PostCSS config needed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A single @import "tailwindcss"; replacing the old 3-directive src/index.css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 dirty="0" err="1">
                <a:solidFill>
                  <a:srgbClr val="000000"/>
                </a:solidFill>
                <a:latin typeface="Arial"/>
              </a:rPr>
              <a:t>Why utility-first CSS means no more hand-written .user-card classes</a:t>
            </a:r>
          </a:p>
        </p:txBody>
      </p:sp>
      <p:sp>
        <p:nvSpPr>
          <p:cNvPr id="138" name="TextBox"/>
          <p:cNvSpPr txBox="1"/>
          <p:nvPr/>
        </p:nvSpPr>
        <p:spPr>
          <a:xfrm>
            <a:off x="347472" y="4300000"/>
            <a:ext cx="84490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File: itelect4-project/ (terminal)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Tailwind CSS Setup</a:t>
            </a:r>
          </a:p>
        </p:txBody>
      </p:sp>
      <p:sp>
        <p:nvSpPr>
          <p:cNvPr id="140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Three separate files. Do them in this order.</a:t>
            </a:r>
          </a:p>
        </p:txBody>
      </p:sp>
      <p:sp>
        <p:nvSpPr>
          <p:cNvPr id="141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1" dirty="0">
                <a:solidFill>
                  <a:srgbClr val="88846F"/>
                </a:solidFill>
                <a:latin typeface="Courier New"/>
              </a:rPr>
              <a:t>// ---------- STEP 1: terminal, inside itelect4-project ----------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&gt; npm install tailwindcss @tailwindcss/vite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1" dirty="0">
                <a:solidFill>
                  <a:srgbClr val="88846F"/>
                </a:solidFill>
                <a:latin typeface="Courier New"/>
              </a:rPr>
              <a:t>// ---------- STEP 2: vite.config.ts (REPLACE the whole file) ----------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{ defineConfig }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800" b="0" i="0" dirty="0">
                <a:solidFill>
                  <a:srgbClr val="E6DB74"/>
                </a:solidFill>
                <a:latin typeface="Courier New"/>
              </a:rPr>
              <a:t>"vite"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react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800" b="0" i="0" dirty="0">
                <a:solidFill>
                  <a:srgbClr val="E6DB74"/>
                </a:solidFill>
                <a:latin typeface="Courier New"/>
              </a:rPr>
              <a:t>"@vitejs/plugin-react"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tailwindcss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800" b="0" i="0" dirty="0">
                <a:solidFill>
                  <a:srgbClr val="E6DB74"/>
                </a:solidFill>
                <a:latin typeface="Courier New"/>
              </a:rPr>
              <a:t>"@tailwindcss/vite"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;   // &lt;-- </a:t>
            </a:r>
            <a:r>
              <a:rPr sz="800" b="0" i="0" dirty="0">
                <a:solidFill>
                  <a:srgbClr val="66D9EF"/>
                </a:solidFill>
                <a:latin typeface="Courier New"/>
              </a:rPr>
              <a:t>NEW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92672"/>
                </a:solidFill>
                <a:latin typeface="Courier New"/>
              </a:rPr>
              <a:t>export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default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defineConfig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plugins: [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react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(), 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tailwindcss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()],           // &lt;-- 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tailwindcss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() is </a:t>
            </a:r>
            <a:r>
              <a:rPr sz="800" b="0" i="0" dirty="0">
                <a:solidFill>
                  <a:srgbClr val="66D9EF"/>
                </a:solidFill>
                <a:latin typeface="Courier New"/>
              </a:rPr>
              <a:t>NEW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});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1" dirty="0">
                <a:solidFill>
                  <a:srgbClr val="88846F"/>
                </a:solidFill>
                <a:latin typeface="Courier New"/>
              </a:rPr>
              <a:t>// ---------- STEP 3: src/index.css (DELETE everything, leave 1 line) ----------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@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800" b="0" i="0" dirty="0">
                <a:solidFill>
                  <a:srgbClr val="E6DB74"/>
                </a:solidFill>
                <a:latin typeface="Courier New"/>
              </a:rPr>
              <a:t>"tailwindcss"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1" dirty="0">
                <a:solidFill>
                  <a:srgbClr val="88846F"/>
                </a:solidFill>
                <a:latin typeface="Courier New"/>
              </a:rPr>
              <a:t>// You should now see: npm run dev still runs, but all styling is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1" dirty="0">
                <a:solidFill>
                  <a:srgbClr val="88846F"/>
                </a:solidFill>
                <a:latin typeface="Courier New"/>
              </a:rPr>
              <a:t>// GONE -- plain black text, no centering. That is correct: Tailwind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1" dirty="0">
                <a:solidFill>
                  <a:srgbClr val="88846F"/>
                </a:solidFill>
                <a:latin typeface="Courier New"/>
              </a:rPr>
              <a:t>// wiped the template's default CSS. We add our own styles next.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Tailwind CSS Setup</a:t>
            </a:r>
          </a:p>
        </p:txBody>
      </p:sp>
      <p:sp>
        <p:nvSpPr>
          <p:cNvPr id="148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Code Explanation</a:t>
            </a:r>
          </a:p>
        </p:txBody>
      </p:sp>
      <p:sp>
        <p:nvSpPr>
          <p:cNvPr id="149" name="TextBox"/>
          <p:cNvSpPr txBox="1"/>
          <p:nvPr/>
        </p:nvSpPr>
        <p:spPr>
          <a:xfrm>
            <a:off x="347472" y="1005840"/>
            <a:ext cx="420624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Step 1 installs two packages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tailwindcss is the engine, @tailwindcss/vite is the plugin that lets Vite run it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Step 2 registers the plugin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This tells Vite: "while you build, scan my files for class names and generate the CSS for the ones I actually used."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Step 3 replaces the CSS file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one @import pulls in the entire Tailwind engine, so the template's old styles are gone on purpose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No config files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Tailwind v4 needs no tailwind.config.js and no postcss.config.js (older tutorials will tell you otherwise)</a:t>
            </a:r>
          </a:p>
        </p:txBody>
      </p:sp>
      <p:sp>
        <p:nvSpPr>
          <p:cNvPr id="150" name="CodeBox"/>
          <p:cNvSpPr/>
          <p:nvPr/>
        </p:nvSpPr>
        <p:spPr>
          <a:xfrm>
            <a:off x="4901184" y="1060704"/>
            <a:ext cx="378561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dirty="0">
                <a:solidFill>
                  <a:srgbClr val="88846F"/>
                </a:solidFill>
                <a:latin typeface="Courier New"/>
              </a:rPr>
              <a:t>// src/index.css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dirty="0">
                <a:solidFill>
                  <a:srgbClr val="88846F"/>
                </a:solidFill>
                <a:latin typeface="Courier New"/>
              </a:rPr>
              <a:t>// the whole file, all one line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@</a:t>
            </a:r>
            <a:r>
              <a:rPr sz="14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400" b="0" i="0" dirty="0">
                <a:solidFill>
                  <a:srgbClr val="E6DB74"/>
                </a:solidFill>
                <a:latin typeface="Courier New"/>
              </a:rPr>
              <a:t>"tailwindcss"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How to Read a Tailwind Class Name</a:t>
            </a:r>
          </a:p>
        </p:txBody>
      </p:sp>
      <p:sp>
        <p:nvSpPr>
          <p:cNvPr id="148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You are not memorizing these -- you are reading a pattern</a:t>
            </a:r>
          </a:p>
        </p:txBody>
      </p:sp>
      <p:sp>
        <p:nvSpPr>
          <p:cNvPr id="149" name="TextBox"/>
          <p:cNvSpPr txBox="1"/>
          <p:nvPr/>
        </p:nvSpPr>
        <p:spPr>
          <a:xfrm>
            <a:off x="347472" y="1005840"/>
            <a:ext cx="420624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Every class is one line of CSS.</a:t>
            </a:r>
            <a:r>
              <a:rPr sz="1300" dirty="0">
                <a:solidFill>
                  <a:srgbClr val="000000"/>
                </a:solidFill>
                <a:latin typeface="Arial"/>
              </a:rPr>
              <a:t> p-5 means padding: 1.25rem. Nothing is hidden or magic.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Spacing numbers are quarters of a rem.</a:t>
            </a:r>
            <a:r>
              <a:rPr sz="1300" dirty="0">
                <a:solidFill>
                  <a:srgbClr val="000000"/>
                </a:solidFill>
                <a:latin typeface="Arial"/>
              </a:rPr>
              <a:t> 1 = 4px, so p-5 = 20px, mt-3 = 12px, py-1.5 = 6px. That is why they look odd but are not random.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Colour numbers run 50 (lightest) to 950 (darkest).</a:t>
            </a:r>
            <a:r>
              <a:rPr sz="1300" dirty="0">
                <a:solidFill>
                  <a:srgbClr val="000000"/>
                </a:solidFill>
                <a:latin typeface="Arial"/>
              </a:rPr>
              <a:t> Note text- does double duty: text-sm sets SIZE, text-gray-500 sets COLOUR.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Install Tailwind CSS IntelliSense in VS Code.</a:t>
            </a:r>
            <a:r>
              <a:rPr sz="1300" dirty="0">
                <a:solidFill>
                  <a:srgbClr val="000000"/>
                </a:solidFill>
                <a:latin typeface="Arial"/>
              </a:rPr>
              <a:t> It autocompletes the names and shows the exact CSS when you hover. Use it instead of memorizing.</a:t>
            </a:r>
          </a:p>
        </p:txBody>
      </p:sp>
      <p:sp>
        <p:nvSpPr>
          <p:cNvPr id="150" name="CodeBox"/>
          <p:cNvSpPr/>
          <p:nvPr/>
        </p:nvSpPr>
        <p:spPr>
          <a:xfrm>
            <a:off x="4901184" y="1060704"/>
            <a:ext cx="378561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dirty="0">
                <a:solidFill>
                  <a:srgbClr val="88846F"/>
                </a:solidFill>
                <a:latin typeface="Courier New"/>
              </a:rPr>
              <a:t>// what each class means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p-</a:t>
            </a:r>
            <a:r>
              <a:rPr sz="1400" b="0" i="0" dirty="0">
                <a:solidFill>
                  <a:srgbClr val="AE81FF"/>
                </a:solidFill>
                <a:latin typeface="Courier New"/>
              </a:rPr>
              <a:t>5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      padding: </a:t>
            </a:r>
            <a:r>
              <a:rPr sz="1400" b="0" i="0" dirty="0">
                <a:solidFill>
                  <a:srgbClr val="AE81FF"/>
                </a:solidFill>
                <a:latin typeface="Courier New"/>
              </a:rPr>
              <a:t>1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.25rem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mt-</a:t>
            </a:r>
            <a:r>
              <a:rPr sz="1400" b="0" i="0" dirty="0">
                <a:solidFill>
                  <a:srgbClr val="AE81FF"/>
                </a:solidFill>
                <a:latin typeface="Courier New"/>
              </a:rPr>
              <a:t>3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     margin-top: .75rem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text-sm  font-size: .875rem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text-gray-</a:t>
            </a:r>
            <a:r>
              <a:rPr sz="1400" b="0" i="0" dirty="0">
                <a:solidFill>
                  <a:srgbClr val="AE81FF"/>
                </a:solidFill>
                <a:latin typeface="Courier New"/>
              </a:rPr>
              <a:t>500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  -&gt; colour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bg-white background: #fff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rounded-lg  radius: .5rem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Styling Components with Utility Classes</a:t>
            </a:r>
          </a:p>
        </p:txBody>
      </p:sp>
      <p:sp>
        <p:nvSpPr>
          <p:cNvPr id="152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the following slides, we will add:</a:t>
            </a:r>
          </a:p>
        </p:txBody>
      </p:sp>
      <p:sp>
        <p:nvSpPr>
          <p:cNvPr id="153" name="TextBox"/>
          <p:cNvSpPr txBox="1"/>
          <p:nvPr/>
        </p:nvSpPr>
        <p:spPr>
          <a:xfrm>
            <a:off x="347472" y="1005840"/>
            <a:ext cx="8449056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Tailwind utility classes on UserCard, replacing className="user-card"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Tailwind utility classes on CourseCard, plus a new variant prop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dark: prefixed classes on both -- styled now, activated in the Dark Mode section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Hover and transition utilities on the Select button</a:t>
            </a:r>
          </a:p>
        </p:txBody>
      </p:sp>
      <p:sp>
        <p:nvSpPr>
          <p:cNvPr id="154" name="TextBox"/>
          <p:cNvSpPr txBox="1"/>
          <p:nvPr/>
        </p:nvSpPr>
        <p:spPr>
          <a:xfrm>
            <a:off x="347472" y="4300000"/>
            <a:ext cx="84490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File: src/components/UserCard.tsx then CourseCard.tsx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Styling Components with Utility Classes</a:t>
            </a:r>
          </a:p>
        </p:txBody>
      </p:sp>
      <p:sp>
        <p:nvSpPr>
          <p:cNvPr id="156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src/components/UserCard.tsx. Only the className values change -- nothing else in the file is touched.</a:t>
            </a:r>
          </a:p>
        </p:txBody>
      </p:sp>
      <p:sp>
        <p:nvSpPr>
          <p:cNvPr id="157" name="CodeBox"/>
          <p:cNvSpPr/>
          <p:nvPr/>
        </p:nvSpPr>
        <p:spPr>
          <a:xfrm>
            <a:off x="438912" y="1156238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// src/components/UserCard.tsx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// ... imports, interface, handleClick, handleNoteChange: ALL UNCHANGED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92672"/>
                </a:solidFill>
                <a:latin typeface="Courier New"/>
              </a:rPr>
              <a:t>function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UserCard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({ user, onSelect }: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UserCardProps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  // ... the two handlers stay exactly as Session 3 left them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return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(                                    // &lt;-- only this block changes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&lt;div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="rounded-lg border border-gray-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200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bg-white p-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5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shadow-sm dark:bg-gray-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800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dark:border-gray-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700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"&gt;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&lt;h3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"text-lg font-bold text-gray-900 dark:text-white"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{user.name}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&lt;/h3&gt;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&lt;p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"text-gray-600 dark:text-gray-300"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&gt;{user.email}&lt;/p&gt;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&lt;p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"text-sm text-gray-500 dark:text-gray-400"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Role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: {user.role}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&lt;/p&gt;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&lt;button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onClick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={handleClick}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="mt-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3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rounded bg-blue-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600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px-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3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py-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1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.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5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text-sm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font-semibold text-white transition hover:bg-blue-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700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"&gt;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Select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&lt;/button&gt;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&lt;input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onChange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={handleNoteChange}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placeholder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"Quick note (demo only)"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="mt-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2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w-full rounded border border-gray-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300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px-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2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py-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text-sm dark:bg-gray-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700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dark:border-gray-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600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dark:text-white" /&gt;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&lt;/div&gt;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// ... export default UserCard; UNCHANGED 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Styling Components with Utility Classes</a:t>
            </a:r>
          </a:p>
        </p:txBody>
      </p:sp>
      <p:sp>
        <p:nvSpPr>
          <p:cNvPr id="160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src/components/CourseCard.tsx. This one gets a NEW prop, so replace the whole file.</a:t>
            </a:r>
          </a:p>
        </p:txBody>
      </p:sp>
      <p:sp>
        <p:nvSpPr>
          <p:cNvPr id="161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1" dirty="0">
                <a:solidFill>
                  <a:srgbClr val="88846F"/>
                </a:solidFill>
                <a:latin typeface="Courier New"/>
              </a:rPr>
              <a:t>// src/components/CourseCard.tsx -- REPLACE the whole file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650" b="0" i="0" dirty="0">
                <a:solidFill>
                  <a:srgbClr val="F92672"/>
                </a:solidFill>
                <a:latin typeface="Courier New"/>
              </a:rPr>
              <a:t>type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{ </a:t>
            </a:r>
            <a:r>
              <a:rPr sz="650" b="0" i="0" dirty="0">
                <a:solidFill>
                  <a:srgbClr val="66D9EF"/>
                </a:solidFill>
                <a:latin typeface="Courier New"/>
              </a:rPr>
              <a:t>Course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} </a:t>
            </a:r>
            <a:r>
              <a:rPr sz="65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650" b="0" i="0" dirty="0">
                <a:solidFill>
                  <a:srgbClr val="E6DB74"/>
                </a:solidFill>
                <a:latin typeface="Courier New"/>
              </a:rPr>
              <a:t>"../types/index"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92672"/>
                </a:solidFill>
                <a:latin typeface="Courier New"/>
              </a:rPr>
              <a:t>interface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650" b="0" i="0" dirty="0">
                <a:solidFill>
                  <a:srgbClr val="66D9EF"/>
                </a:solidFill>
                <a:latin typeface="Courier New"/>
              </a:rPr>
              <a:t>CourseCardProps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course: </a:t>
            </a:r>
            <a:r>
              <a:rPr sz="650" b="0" i="0" dirty="0">
                <a:solidFill>
                  <a:srgbClr val="66D9EF"/>
                </a:solidFill>
                <a:latin typeface="Courier New"/>
              </a:rPr>
              <a:t>Course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variant?: </a:t>
            </a:r>
            <a:r>
              <a:rPr sz="650" b="0" i="0" dirty="0">
                <a:solidFill>
                  <a:srgbClr val="E6DB74"/>
                </a:solidFill>
                <a:latin typeface="Courier New"/>
              </a:rPr>
              <a:t>"default"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| </a:t>
            </a:r>
            <a:r>
              <a:rPr sz="650" b="0" i="0" dirty="0">
                <a:solidFill>
                  <a:srgbClr val="E6DB74"/>
                </a:solidFill>
                <a:latin typeface="Courier New"/>
              </a:rPr>
              <a:t>"compact"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;      // &lt;-- </a:t>
            </a:r>
            <a:r>
              <a:rPr sz="650" b="0" i="0" dirty="0">
                <a:solidFill>
                  <a:srgbClr val="66D9EF"/>
                </a:solidFill>
                <a:latin typeface="Courier New"/>
              </a:rPr>
              <a:t>NEW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: the optional variant prop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92672"/>
                </a:solidFill>
                <a:latin typeface="Courier New"/>
              </a:rPr>
              <a:t>function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650" b="0" i="0" dirty="0">
                <a:solidFill>
                  <a:srgbClr val="66D9EF"/>
                </a:solidFill>
                <a:latin typeface="Courier New"/>
              </a:rPr>
              <a:t>CourseCard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({ course, variant = </a:t>
            </a:r>
            <a:r>
              <a:rPr sz="650" b="0" i="0" dirty="0">
                <a:solidFill>
                  <a:srgbClr val="E6DB74"/>
                </a:solidFill>
                <a:latin typeface="Courier New"/>
              </a:rPr>
              <a:t>"default"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}: </a:t>
            </a:r>
            <a:r>
              <a:rPr sz="650" b="0" i="0" dirty="0">
                <a:solidFill>
                  <a:srgbClr val="66D9EF"/>
                </a:solidFill>
                <a:latin typeface="Courier New"/>
              </a:rPr>
              <a:t>CourseCardProps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65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isCompact = variant === </a:t>
            </a:r>
            <a:r>
              <a:rPr sz="650" b="0" i="0" dirty="0">
                <a:solidFill>
                  <a:srgbClr val="E6DB74"/>
                </a:solidFill>
                <a:latin typeface="Courier New"/>
              </a:rPr>
              <a:t>"compact"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;   // &lt;-- </a:t>
            </a:r>
            <a:r>
              <a:rPr sz="650" b="0" i="0" dirty="0">
                <a:solidFill>
                  <a:srgbClr val="66D9EF"/>
                </a:solidFill>
                <a:latin typeface="Courier New"/>
              </a:rPr>
              <a:t>NEW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650" b="0" i="0" dirty="0">
                <a:solidFill>
                  <a:srgbClr val="F92672"/>
                </a:solidFill>
                <a:latin typeface="Courier New"/>
              </a:rPr>
              <a:t>return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  &lt;div </a:t>
            </a:r>
            <a:r>
              <a:rPr sz="65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={`rounded-lg border border-gray-</a:t>
            </a:r>
            <a:r>
              <a:rPr sz="650" b="0" i="0" dirty="0">
                <a:solidFill>
                  <a:srgbClr val="AE81FF"/>
                </a:solidFill>
                <a:latin typeface="Courier New"/>
              </a:rPr>
              <a:t>200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bg-white shadow-sm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    dark:bg-gray-</a:t>
            </a:r>
            <a:r>
              <a:rPr sz="650" b="0" i="0" dirty="0">
                <a:solidFill>
                  <a:srgbClr val="AE81FF"/>
                </a:solidFill>
                <a:latin typeface="Courier New"/>
              </a:rPr>
              <a:t>800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dark:border-gray-</a:t>
            </a:r>
            <a:r>
              <a:rPr sz="650" b="0" i="0" dirty="0">
                <a:solidFill>
                  <a:srgbClr val="AE81FF"/>
                </a:solidFill>
                <a:latin typeface="Courier New"/>
              </a:rPr>
              <a:t>700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${isCompact ? </a:t>
            </a:r>
            <a:r>
              <a:rPr sz="650" b="0" i="0" dirty="0">
                <a:solidFill>
                  <a:srgbClr val="E6DB74"/>
                </a:solidFill>
                <a:latin typeface="Courier New"/>
              </a:rPr>
              <a:t>"p-3"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: </a:t>
            </a:r>
            <a:r>
              <a:rPr sz="650" b="0" i="0" dirty="0">
                <a:solidFill>
                  <a:srgbClr val="E6DB74"/>
                </a:solidFill>
                <a:latin typeface="Courier New"/>
              </a:rPr>
              <a:t>"p-5"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}`}&gt;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    &lt;h3 </a:t>
            </a:r>
            <a:r>
              <a:rPr sz="65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={`font-bold text-gray-</a:t>
            </a:r>
            <a:r>
              <a:rPr sz="650" b="0" i="0" dirty="0">
                <a:solidFill>
                  <a:srgbClr val="AE81FF"/>
                </a:solidFill>
                <a:latin typeface="Courier New"/>
              </a:rPr>
              <a:t>900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dark:text-white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      ${isCompact ? </a:t>
            </a:r>
            <a:r>
              <a:rPr sz="650" b="0" i="0" dirty="0">
                <a:solidFill>
                  <a:srgbClr val="E6DB74"/>
                </a:solidFill>
                <a:latin typeface="Courier New"/>
              </a:rPr>
              <a:t>"text-sm"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: </a:t>
            </a:r>
            <a:r>
              <a:rPr sz="650" b="0" i="0" dirty="0">
                <a:solidFill>
                  <a:srgbClr val="E6DB74"/>
                </a:solidFill>
                <a:latin typeface="Courier New"/>
              </a:rPr>
              <a:t>"text-lg"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}`}&gt;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      {course.code}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    &lt;/h3&gt;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    {!isCompact &amp;&amp; (                     // &lt;-- </a:t>
            </a:r>
            <a:r>
              <a:rPr sz="650" b="0" i="0" dirty="0">
                <a:solidFill>
                  <a:srgbClr val="66D9EF"/>
                </a:solidFill>
                <a:latin typeface="Courier New"/>
              </a:rPr>
              <a:t>NEW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: compact hides the title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      &lt;p </a:t>
            </a:r>
            <a:r>
              <a:rPr sz="65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650" b="0" i="0" dirty="0">
                <a:solidFill>
                  <a:srgbClr val="E6DB74"/>
                </a:solidFill>
                <a:latin typeface="Courier New"/>
              </a:rPr>
              <a:t>"text-gray-600 dark:text-gray-300"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&gt;{course.title}&lt;/p&gt;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    )}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    &lt;p </a:t>
            </a:r>
            <a:r>
              <a:rPr sz="65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650" b="0" i="0" dirty="0">
                <a:solidFill>
                  <a:srgbClr val="E6DB74"/>
                </a:solidFill>
                <a:latin typeface="Courier New"/>
              </a:rPr>
              <a:t>"text-sm text-gray-500 dark:text-gray-400"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      {course.units} units -- {course.semester}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    &lt;/p&gt;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  &lt;/div&gt;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 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dirty="0">
                <a:solidFill>
                  <a:srgbClr val="F92672"/>
                </a:solidFill>
                <a:latin typeface="Courier New"/>
              </a:rPr>
              <a:t>export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650" b="0" i="0" dirty="0">
                <a:solidFill>
                  <a:srgbClr val="F92672"/>
                </a:solidFill>
                <a:latin typeface="Courier New"/>
              </a:rPr>
              <a:t>default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650" b="0" i="0" dirty="0">
                <a:solidFill>
                  <a:srgbClr val="66D9EF"/>
                </a:solidFill>
                <a:latin typeface="Courier New"/>
              </a:rPr>
              <a:t>CourseCard</a:t>
            </a:r>
            <a:r>
              <a:rPr sz="65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1" dirty="0">
                <a:solidFill>
                  <a:srgbClr val="88846F"/>
                </a:solidFill>
                <a:latin typeface="Courier New"/>
              </a:rPr>
              <a:t>// You should now see: white cards, rounded corners, thin grey border,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1" dirty="0">
                <a:solidFill>
                  <a:srgbClr val="88846F"/>
                </a:solidFill>
                <a:latin typeface="Courier New"/>
              </a:rPr>
              <a:t>// and a blue Select button that darkens when you hover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Styling Components with Utility Classes</a:t>
            </a:r>
          </a:p>
        </p:txBody>
      </p:sp>
      <p:sp>
        <p:nvSpPr>
          <p:cNvPr id="148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Code Explanation</a:t>
            </a:r>
          </a:p>
        </p:txBody>
      </p:sp>
      <p:sp>
        <p:nvSpPr>
          <p:cNvPr id="149" name="TextBox"/>
          <p:cNvSpPr txBox="1"/>
          <p:nvPr/>
        </p:nvSpPr>
        <p:spPr>
          <a:xfrm>
            <a:off x="347472" y="1005840"/>
            <a:ext cx="420624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Arial"/>
              </a:rPr>
              <a:t>className="user-card" is gone</a:t>
            </a:r>
            <a:r>
              <a:rPr sz="1300">
                <a:solidFill>
                  <a:srgbClr val="000000"/>
                </a:solidFill>
                <a:latin typeface="Arial"/>
              </a:rPr>
              <a:t> -- Tailwind utilities replace every custom CSS class, styled directly in the markup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Arial"/>
              </a:rPr>
              <a:t>dark:</a:t>
            </a:r>
            <a:r>
              <a:rPr sz="1300">
                <a:solidFill>
                  <a:srgbClr val="000000"/>
                </a:solidFill>
                <a:latin typeface="Arial"/>
              </a:rPr>
              <a:t> prefix -- This tells Tailwind: "apply this class only when the nearest ancestor has class=\"dark\"." (wired up in the next section)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Arial"/>
              </a:rPr>
              <a:t>variant?: "default" | "compact"</a:t>
            </a:r>
            <a:r>
              <a:rPr sz="1300">
                <a:solidFill>
                  <a:srgbClr val="000000"/>
                </a:solidFill>
                <a:latin typeface="Arial"/>
              </a:rPr>
              <a:t> -- an optional prop with a union type, defaulted via variant = "default" in the destructure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>
                <a:solidFill>
                  <a:srgbClr val="000000"/>
                </a:solidFill>
                <a:latin typeface="Arial"/>
              </a:rPr>
              <a:t>Template literals</a:t>
            </a:r>
            <a:r>
              <a:rPr sz="1300">
                <a:solidFill>
                  <a:srgbClr val="000000"/>
                </a:solidFill>
                <a:latin typeface="Arial"/>
              </a:rPr>
              <a:t> (backticks) let a className string mix static utilities with a conditional expression like ${isCompact ? ... : ...}</a:t>
            </a:r>
          </a:p>
        </p:txBody>
      </p:sp>
      <p:sp>
        <p:nvSpPr>
          <p:cNvPr id="150" name="CodeBox"/>
          <p:cNvSpPr/>
          <p:nvPr/>
        </p:nvSpPr>
        <p:spPr>
          <a:xfrm>
            <a:off x="4901184" y="1060704"/>
            <a:ext cx="378561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dirty="0">
                <a:solidFill>
                  <a:srgbClr val="88846F"/>
                </a:solidFill>
                <a:latin typeface="Courier New"/>
              </a:rPr>
              <a:t>// src/components/CourseCard.tsx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 isCompact = variant === </a:t>
            </a:r>
            <a:r>
              <a:rPr sz="1400" b="0" i="0" dirty="0">
                <a:solidFill>
                  <a:srgbClr val="E6DB74"/>
                </a:solidFill>
                <a:latin typeface="Courier New"/>
              </a:rPr>
              <a:t>"compact"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className={</a:t>
            </a:r>
            <a:r>
              <a:rPr sz="1400" b="0" i="0" dirty="0">
                <a:solidFill>
                  <a:srgbClr val="E6DB74"/>
                </a:solidFill>
                <a:latin typeface="Courier New"/>
              </a:rPr>
              <a:t>`... ${isCompact ? "p-3" : "p-5"}`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Responsive Layout</a:t>
            </a:r>
          </a:p>
        </p:txBody>
      </p:sp>
      <p:sp>
        <p:nvSpPr>
          <p:cNvPr id="168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the following slides, we will add:</a:t>
            </a:r>
          </a:p>
        </p:txBody>
      </p:sp>
      <p:sp>
        <p:nvSpPr>
          <p:cNvPr id="169" name="TextBox"/>
          <p:cNvSpPr txBox="1"/>
          <p:nvPr/>
        </p:nvSpPr>
        <p:spPr>
          <a:xfrm>
            <a:off x="347472" y="1005840"/>
            <a:ext cx="8449056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 responsive grid wrapper around the rendered cards in App.tsx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grid-cols-1 on mobile, sm:grid-cols-2 on small screens, lg:grid-cols-3 on large screens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Tailwind's mobile-first breakpoints -- unprefixed classes apply to ALL screen sizes first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gap-4 for consistent spacing between cards, no custom CSS needed</a:t>
            </a:r>
          </a:p>
        </p:txBody>
      </p:sp>
      <p:sp>
        <p:nvSpPr>
          <p:cNvPr id="170" name="TextBox"/>
          <p:cNvSpPr txBox="1"/>
          <p:nvPr/>
        </p:nvSpPr>
        <p:spPr>
          <a:xfrm>
            <a:off x="347472" y="4300000"/>
            <a:ext cx="84490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File: src/App.tsx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Responsive Layout</a:t>
            </a:r>
          </a:p>
        </p:txBody>
      </p:sp>
      <p:sp>
        <p:nvSpPr>
          <p:cNvPr id="172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src/App.tsx, inside the return statement. You are wrapping the cards you already render.</a:t>
            </a:r>
          </a:p>
        </p:txBody>
      </p:sp>
      <p:sp>
        <p:nvSpPr>
          <p:cNvPr id="173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 dirty="0">
                <a:solidFill>
                  <a:srgbClr val="88846F"/>
                </a:solidFill>
                <a:latin typeface="Courier New"/>
              </a:rPr>
              <a:t>// src/App.tsx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 dirty="0">
                <a:solidFill>
                  <a:srgbClr val="88846F"/>
                </a:solidFill>
                <a:latin typeface="Courier New"/>
              </a:rPr>
              <a:t>// ... all your hooks and handlers: UNCHANGED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750" b="0" i="0" dirty="0">
                <a:solidFill>
                  <a:srgbClr val="F92672"/>
                </a:solidFill>
                <a:latin typeface="Courier New"/>
              </a:rPr>
              <a:t>return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   &lt;div </a:t>
            </a:r>
            <a:r>
              <a:rPr sz="75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750" b="0" i="0" dirty="0">
                <a:solidFill>
                  <a:srgbClr val="E6DB74"/>
                </a:solidFill>
                <a:latin typeface="Courier New"/>
              </a:rPr>
              <a:t>"min-h-screen bg-gray-50 p-6"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&gt;   // &lt;-- page wrapper, </a:t>
            </a:r>
            <a:r>
              <a:rPr sz="750" b="0" i="0" dirty="0">
                <a:solidFill>
                  <a:srgbClr val="66D9EF"/>
                </a:solidFill>
                <a:latin typeface="Courier New"/>
              </a:rPr>
              <a:t>NEW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     {/* your search input stays here, unchanged */}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     &lt;div </a:t>
            </a:r>
            <a:r>
              <a:rPr sz="75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="mt-</a:t>
            </a:r>
            <a:r>
              <a:rPr sz="750" b="0" i="0" dirty="0">
                <a:solidFill>
                  <a:srgbClr val="AE81FF"/>
                </a:solidFill>
                <a:latin typeface="Courier New"/>
              </a:rPr>
              <a:t>6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 grid grid-cols-</a:t>
            </a:r>
            <a:r>
              <a:rPr sz="750" b="0" i="0" dirty="0">
                <a:solidFill>
                  <a:srgbClr val="AE81FF"/>
                </a:solidFill>
                <a:latin typeface="Courier New"/>
              </a:rPr>
              <a:t>1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 gap-</a:t>
            </a:r>
            <a:r>
              <a:rPr sz="750" b="0" i="0" dirty="0">
                <a:solidFill>
                  <a:srgbClr val="AE81FF"/>
                </a:solidFill>
                <a:latin typeface="Courier New"/>
              </a:rPr>
              <a:t>4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    // &lt;-- </a:t>
            </a:r>
            <a:r>
              <a:rPr sz="750" b="0" i="0" dirty="0">
                <a:solidFill>
                  <a:srgbClr val="66D9EF"/>
                </a:solidFill>
                <a:latin typeface="Courier New"/>
              </a:rPr>
              <a:t>NEW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 grid wrapper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       sm:grid-cols-</a:t>
            </a:r>
            <a:r>
              <a:rPr sz="750" b="0" i="0" dirty="0">
                <a:solidFill>
                  <a:srgbClr val="AE81FF"/>
                </a:solidFill>
                <a:latin typeface="Courier New"/>
              </a:rPr>
              <a:t>2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 lg:grid-cols-</a:t>
            </a:r>
            <a:r>
              <a:rPr sz="750" b="0" i="0" dirty="0">
                <a:solidFill>
                  <a:srgbClr val="AE81FF"/>
                </a:solidFill>
                <a:latin typeface="Courier New"/>
              </a:rPr>
              <a:t>3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"&gt;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       {/* these two lines are what you </a:t>
            </a:r>
            <a:r>
              <a:rPr sz="750" b="0" i="0" dirty="0">
                <a:solidFill>
                  <a:srgbClr val="66D9EF"/>
                </a:solidFill>
                <a:latin typeface="Courier New"/>
              </a:rPr>
              <a:t>ALREADY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 had */}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       &lt;</a:t>
            </a:r>
            <a:r>
              <a:rPr sz="750" b="0" i="0" dirty="0">
                <a:solidFill>
                  <a:srgbClr val="66D9EF"/>
                </a:solidFill>
                <a:latin typeface="Courier New"/>
              </a:rPr>
              <a:t>UserCard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750" b="0" i="0" dirty="0">
                <a:solidFill>
                  <a:srgbClr val="FD971F"/>
                </a:solidFill>
                <a:latin typeface="Courier New"/>
              </a:rPr>
              <a:t>user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={student} </a:t>
            </a:r>
            <a:r>
              <a:rPr sz="750" b="0" i="0" dirty="0">
                <a:solidFill>
                  <a:srgbClr val="FD971F"/>
                </a:solidFill>
                <a:latin typeface="Courier New"/>
              </a:rPr>
              <a:t>onSelect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={setSelectedUser} /&gt;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       {filteredCourses.</a:t>
            </a:r>
            <a:r>
              <a:rPr sz="750" b="0" i="0" dirty="0">
                <a:solidFill>
                  <a:srgbClr val="A6E22E"/>
                </a:solidFill>
                <a:latin typeface="Courier New"/>
              </a:rPr>
              <a:t>map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((c) =&gt;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         &lt;</a:t>
            </a:r>
            <a:r>
              <a:rPr sz="750" b="0" i="0" dirty="0">
                <a:solidFill>
                  <a:srgbClr val="66D9EF"/>
                </a:solidFill>
                <a:latin typeface="Courier New"/>
              </a:rPr>
              <a:t>CourseCard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750" b="0" i="0" dirty="0">
                <a:solidFill>
                  <a:srgbClr val="FD971F"/>
                </a:solidFill>
                <a:latin typeface="Courier New"/>
              </a:rPr>
              <a:t>key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={c.code} </a:t>
            </a:r>
            <a:r>
              <a:rPr sz="750" b="0" i="0" dirty="0">
                <a:solidFill>
                  <a:srgbClr val="FD971F"/>
                </a:solidFill>
                <a:latin typeface="Courier New"/>
              </a:rPr>
              <a:t>course</a:t>
            </a:r>
            <a:r>
              <a:rPr sz="750" b="0" i="0" dirty="0">
                <a:solidFill>
                  <a:srgbClr val="F8F8F2"/>
                </a:solidFill>
                <a:latin typeface="Courier New"/>
              </a:rPr>
              <a:t>={c} /&gt;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       ))}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     &lt;/div&gt;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   &lt;/div&gt;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 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 dirty="0">
                <a:solidFill>
                  <a:srgbClr val="88846F"/>
                </a:solidFill>
                <a:latin typeface="Courier New"/>
              </a:rPr>
              <a:t>// You should now see: cards sitting side by side instead of stacked.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1" dirty="0">
                <a:solidFill>
                  <a:srgbClr val="88846F"/>
                </a:solidFill>
                <a:latin typeface="Courier New"/>
              </a:rPr>
              <a:t>// Drag your browser narrower -- 3 columns becomes 2, then 1.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Responsive Layout</a:t>
            </a:r>
          </a:p>
        </p:txBody>
      </p:sp>
      <p:sp>
        <p:nvSpPr>
          <p:cNvPr id="164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Code Explanation</a:t>
            </a:r>
          </a:p>
        </p:txBody>
      </p:sp>
      <p:sp>
        <p:nvSpPr>
          <p:cNvPr id="165" name="TextBox"/>
          <p:cNvSpPr txBox="1"/>
          <p:nvPr/>
        </p:nvSpPr>
        <p:spPr>
          <a:xfrm>
            <a:off x="347472" y="1005840"/>
            <a:ext cx="420624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grid-cols-1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This tells Tailwind: "on every screen, arrange children in 1 column" -- the mobile-first default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sm:grid-cols-2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This tells Tailwind: "once the screen is at least 640px wide, switch to 2 columns" -- sm/md/lg/xl are breakpoint prefixes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gap-4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a fixed spacing value (Tailwind's scale: 4 = 1rem = 16px) between grid items, replacing manual margins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Mobile-first</a:t>
            </a:r>
            <a:r>
              <a:rPr sz="1300" dirty="0">
                <a:solidFill>
                  <a:srgbClr val="000000"/>
                </a:solidFill>
                <a:latin typeface="Arial"/>
              </a:rPr>
              <a:t> means unprefixed classes are the smallest-screen default, and each prefix OVERRIDES it going up in screen size</a:t>
            </a:r>
          </a:p>
        </p:txBody>
      </p:sp>
      <p:sp>
        <p:nvSpPr>
          <p:cNvPr id="166" name="CodeBox"/>
          <p:cNvSpPr/>
          <p:nvPr/>
        </p:nvSpPr>
        <p:spPr>
          <a:xfrm>
            <a:off x="4901184" y="1060704"/>
            <a:ext cx="378561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dirty="0">
                <a:solidFill>
                  <a:srgbClr val="88846F"/>
                </a:solidFill>
                <a:latin typeface="Courier New"/>
              </a:rPr>
              <a:t>// src/App.tsx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&lt;div </a:t>
            </a:r>
            <a:r>
              <a:rPr sz="14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="grid grid-cols-</a:t>
            </a:r>
            <a:r>
              <a:rPr sz="1400" b="0" i="0" dirty="0">
                <a:solidFill>
                  <a:srgbClr val="AE81FF"/>
                </a:solidFill>
                <a:latin typeface="Courier New"/>
              </a:rPr>
              <a:t>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  sm:grid-cols-</a:t>
            </a:r>
            <a:r>
              <a:rPr sz="1400" b="0" i="0" dirty="0">
                <a:solidFill>
                  <a:srgbClr val="AE81FF"/>
                </a:solidFill>
                <a:latin typeface="Courier New"/>
              </a:rPr>
              <a:t>2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 lg:grid-cols-</a:t>
            </a:r>
            <a:r>
              <a:rPr sz="1400" b="0" i="0" dirty="0">
                <a:solidFill>
                  <a:srgbClr val="AE81FF"/>
                </a:solidFill>
                <a:latin typeface="Courier New"/>
              </a:rPr>
              <a:t>3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 gap-</a:t>
            </a:r>
            <a:r>
              <a:rPr sz="1400" b="0" i="0" dirty="0">
                <a:solidFill>
                  <a:srgbClr val="AE81FF"/>
                </a:solidFill>
                <a:latin typeface="Courier New"/>
              </a:rPr>
              <a:t>4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"&gt;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Dark Mode Toggle</a:t>
            </a:r>
          </a:p>
        </p:txBody>
      </p:sp>
      <p:sp>
        <p:nvSpPr>
          <p:cNvPr id="180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the following slides, we will add:</a:t>
            </a:r>
          </a:p>
        </p:txBody>
      </p:sp>
      <p:sp>
        <p:nvSpPr>
          <p:cNvPr id="181" name="TextBox"/>
          <p:cNvSpPr txBox="1"/>
          <p:nvPr/>
        </p:nvSpPr>
        <p:spPr>
          <a:xfrm>
            <a:off x="347472" y="1005840"/>
            <a:ext cx="8449056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@custom-variant dark in src/index.css -- opt-in dark mode controlled by a CSS class, not the OS setting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Reusing Session 4's useToggle hook for isDarkMode / toggleDarkMode -- no new hook needed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 toggle button in App.tsx that adds/removes the dark class on the outer wrapper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Every dark: utility class across UserCard and CourseCard activates together, instantly</a:t>
            </a:r>
          </a:p>
        </p:txBody>
      </p:sp>
      <p:sp>
        <p:nvSpPr>
          <p:cNvPr id="182" name="TextBox"/>
          <p:cNvSpPr txBox="1"/>
          <p:nvPr/>
        </p:nvSpPr>
        <p:spPr>
          <a:xfrm>
            <a:off x="347472" y="4300000"/>
            <a:ext cx="84490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File: src/index.css then src/App.tsx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Dark Mode Toggle</a:t>
            </a:r>
          </a:p>
        </p:txBody>
      </p:sp>
      <p:sp>
        <p:nvSpPr>
          <p:cNvPr id="184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Two files again. The CSS line first, then the toggle in App.tsx.</a:t>
            </a:r>
          </a:p>
        </p:txBody>
      </p:sp>
      <p:sp>
        <p:nvSpPr>
          <p:cNvPr id="185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// ---------- FILE 1: src/index.css (now 2 lines total) ----------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@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"tailwindcss"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@custom-variant dark (&amp;:</a:t>
            </a:r>
            <a:r>
              <a:rPr sz="700" b="0" i="0" dirty="0">
                <a:solidFill>
                  <a:srgbClr val="A6E22E"/>
                </a:solidFill>
                <a:latin typeface="Courier New"/>
              </a:rPr>
              <a:t>where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(.dark, .dark *));   // &lt;--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NEW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// ---------- FILE 2: src/App.tsx ----------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// useToggle is ALREADY imported from Session 4 -- no new import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[isDarkMode, toggleDarkMode] = </a:t>
            </a:r>
            <a:r>
              <a:rPr sz="700" b="0" i="0" dirty="0">
                <a:solidFill>
                  <a:srgbClr val="A6E22E"/>
                </a:solidFill>
                <a:latin typeface="Courier New"/>
              </a:rPr>
              <a:t>useToggle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(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false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);  // &lt;--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NEW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return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&lt;div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={isDarkMode ? 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"dark"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: 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}&gt;      // &lt;--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NEW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outer wrapper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&lt;div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"min-h-screen bg-gray-50 p-6 dark:bg-gray-900"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&lt;button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onClick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={toggleDarkMode}            // &lt;--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NEW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button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="rounded bg-gray-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800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px-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3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py-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1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.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5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text-sm text-white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  dark:bg-gray-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200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dark:text-gray-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900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"&gt;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{isDarkMode ? 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"Light Mode"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: 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"Dark Mode"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&lt;/button&gt;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{/* ...the grid you just built stays here... */}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&lt;/div&gt;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&lt;/div&gt;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// You should now see: clicking the button flips the whole page to a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// dark background, and every card turns dark at the same time.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Dark Mode Toggle</a:t>
            </a:r>
          </a:p>
        </p:txBody>
      </p:sp>
      <p:sp>
        <p:nvSpPr>
          <p:cNvPr id="176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Code Explanation</a:t>
            </a:r>
          </a:p>
        </p:txBody>
      </p:sp>
      <p:sp>
        <p:nvSpPr>
          <p:cNvPr id="177" name="TextBox"/>
          <p:cNvSpPr txBox="1"/>
          <p:nvPr/>
        </p:nvSpPr>
        <p:spPr>
          <a:xfrm>
            <a:off x="347472" y="1005840"/>
            <a:ext cx="420624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@custom-variant dark (&amp;:where(.dark, .dark *));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This tells Tailwind: "only apply dark: styles when an ancestor has class=\"dark\"." (v4 uses OS preference by default without this line)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useToggle(false)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the exact same custom hook from Session 4, now powering a completely different feature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className={isDarkMode ? "dark" : ""}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This tells React: "add the literal string 'dark' to this div's class only when isDarkMode is true."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Every dark:</a:t>
            </a:r>
            <a:r>
              <a:rPr sz="1300" dirty="0">
                <a:solidFill>
                  <a:srgbClr val="000000"/>
                </a:solidFill>
                <a:latin typeface="Arial"/>
              </a:rPr>
              <a:t> class anywhere inside that div activates the instant the class is added -- no per-component state needed</a:t>
            </a:r>
          </a:p>
        </p:txBody>
      </p:sp>
      <p:sp>
        <p:nvSpPr>
          <p:cNvPr id="178" name="CodeBox"/>
          <p:cNvSpPr/>
          <p:nvPr/>
        </p:nvSpPr>
        <p:spPr>
          <a:xfrm>
            <a:off x="4901184" y="1060704"/>
            <a:ext cx="378561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dirty="0">
                <a:solidFill>
                  <a:srgbClr val="88846F"/>
                </a:solidFill>
                <a:latin typeface="Courier New"/>
              </a:rPr>
              <a:t>// src/App.tsx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 [isDarkMode, toggleDarkMode] =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1400" b="0" i="0" dirty="0">
                <a:solidFill>
                  <a:srgbClr val="A6E22E"/>
                </a:solidFill>
                <a:latin typeface="Courier New"/>
              </a:rPr>
              <a:t>useToggle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(</a:t>
            </a:r>
            <a:r>
              <a:rPr sz="1400" b="0" i="0" dirty="0">
                <a:solidFill>
                  <a:srgbClr val="AE81FF"/>
                </a:solidFill>
                <a:latin typeface="Courier New"/>
              </a:rPr>
              <a:t>false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);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Loading &amp; Error States</a:t>
            </a:r>
          </a:p>
        </p:txBody>
      </p:sp>
      <p:sp>
        <p:nvSpPr>
          <p:cNvPr id="136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the following slides, we will add:</a:t>
            </a:r>
          </a:p>
        </p:txBody>
      </p:sp>
      <p:sp>
        <p:nvSpPr>
          <p:cNvPr id="137" name="TextBox"/>
          <p:cNvSpPr txBox="1"/>
          <p:nvPr/>
        </p:nvSpPr>
        <p:spPr>
          <a:xfrm>
            <a:off x="347472" y="1005840"/>
            <a:ext cx="8449056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 new isError state, alongside the existing isLoading state from Session 4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 styled loading indicator shown while isLoading is true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A styled error message shown if isError becomes true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Tailwind's animate-pulse utility for a simple loading animation, no extra library</a:t>
            </a:r>
          </a:p>
        </p:txBody>
      </p:sp>
      <p:sp>
        <p:nvSpPr>
          <p:cNvPr id="138" name="TextBox"/>
          <p:cNvSpPr txBox="1"/>
          <p:nvPr/>
        </p:nvSpPr>
        <p:spPr>
          <a:xfrm>
            <a:off x="347472" y="4300000"/>
            <a:ext cx="84490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File: src/App.tsx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Loading &amp; Error States</a:t>
            </a:r>
          </a:p>
        </p:txBody>
      </p:sp>
      <p:sp>
        <p:nvSpPr>
          <p:cNvPr id="144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In src/App.tsx. One new state, and the two early returns get styled.</a:t>
            </a:r>
          </a:p>
        </p:txBody>
      </p:sp>
      <p:sp>
        <p:nvSpPr>
          <p:cNvPr id="145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// src/App.tsx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[isError, setIsError] = useState&lt;boolean&gt;(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false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);  // &lt;--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NEW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// ... your useEffect stays exactly as Session 4 left it 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// REPLACE Session 4's plain one-liner: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//   if (isLoading) return &lt;p&gt;Loading courses...&lt;/p&gt;;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// with this: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if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(isLoading)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return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&lt;div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"animate-pulse p-6 text-gray-500"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Loading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courses...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&lt;/div&gt;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if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(isError) {                              // &lt;--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NEW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block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return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&lt;div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"m-6 rounded-lg bg-red-50 p-4 text-red-700"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Could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not load courses.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Please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try again.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&lt;/div&gt;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// You should now see: for the first half-second, grey 'Loading courses...'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// text that gently pulses, then your cards appear.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Loading &amp; Error States</a:t>
            </a:r>
          </a:p>
        </p:txBody>
      </p:sp>
      <p:sp>
        <p:nvSpPr>
          <p:cNvPr id="188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Code Explanation</a:t>
            </a:r>
          </a:p>
        </p:txBody>
      </p:sp>
      <p:sp>
        <p:nvSpPr>
          <p:cNvPr id="189" name="TextBox"/>
          <p:cNvSpPr txBox="1"/>
          <p:nvPr/>
        </p:nvSpPr>
        <p:spPr>
          <a:xfrm>
            <a:off x="347472" y="1005840"/>
            <a:ext cx="420624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isError starts false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nothing in this simulated fetch sets it true yet, but the styled branch is ready for when a real fetch can fail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animate-pulse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This tells Tailwind: "fade this element's opacity in and out repeatedly," a built-in CSS animation, no JavaScript needed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Two early returns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the same if (isLoading) return pattern from Session 4, but now each has its own styled UI instead of plain text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bg-red-50 / text-red-700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Tailwind's numbered color scale (50 = lightest, 900 = darkest) keeps error styling readable and consistent</a:t>
            </a:r>
          </a:p>
        </p:txBody>
      </p:sp>
      <p:sp>
        <p:nvSpPr>
          <p:cNvPr id="190" name="CodeBox"/>
          <p:cNvSpPr/>
          <p:nvPr/>
        </p:nvSpPr>
        <p:spPr>
          <a:xfrm>
            <a:off x="4901184" y="1060704"/>
            <a:ext cx="378561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dirty="0">
                <a:solidFill>
                  <a:srgbClr val="88846F"/>
                </a:solidFill>
                <a:latin typeface="Courier New"/>
              </a:rPr>
              <a:t>// src/App.tsx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92672"/>
                </a:solidFill>
                <a:latin typeface="Courier New"/>
              </a:rPr>
              <a:t>if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 (isLoading) </a:t>
            </a:r>
            <a:r>
              <a:rPr sz="1400" b="0" i="0" dirty="0">
                <a:solidFill>
                  <a:srgbClr val="F92672"/>
                </a:solidFill>
                <a:latin typeface="Courier New"/>
              </a:rPr>
              <a:t>return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 &lt;</a:t>
            </a:r>
            <a:r>
              <a:rPr sz="1400" b="0" i="0" dirty="0">
                <a:solidFill>
                  <a:srgbClr val="66D9EF"/>
                </a:solidFill>
                <a:latin typeface="Courier New"/>
              </a:rPr>
              <a:t>LoadingUI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 /&gt;;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92672"/>
                </a:solidFill>
                <a:latin typeface="Courier New"/>
              </a:rPr>
              <a:t>if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 (isError) </a:t>
            </a:r>
            <a:r>
              <a:rPr sz="1400" b="0" i="0" dirty="0">
                <a:solidFill>
                  <a:srgbClr val="F92672"/>
                </a:solidFill>
                <a:latin typeface="Courier New"/>
              </a:rPr>
              <a:t>return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 &lt;</a:t>
            </a:r>
            <a:r>
              <a:rPr sz="1400" b="0" i="0" dirty="0">
                <a:solidFill>
                  <a:srgbClr val="66D9EF"/>
                </a:solidFill>
                <a:latin typeface="Courier New"/>
              </a:rPr>
              <a:t>ErrorUI</a:t>
            </a:r>
            <a:r>
              <a:rPr sz="1400" b="0" i="0" dirty="0">
                <a:solidFill>
                  <a:srgbClr val="F8F8F2"/>
                </a:solidFill>
                <a:latin typeface="Courier New"/>
              </a:rPr>
              <a:t> /&gt;;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425195-82A5-1849-35CB-CC8472DF3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">
            <a:extLst>
              <a:ext uri="{FF2B5EF4-FFF2-40B4-BE49-F238E27FC236}">
                <a16:creationId xmlns:a16="http://schemas.microsoft.com/office/drawing/2014/main" id="{D996A6CA-87D8-F44A-26CC-00416308FC1A}"/>
              </a:ext>
            </a:extLst>
          </p:cNvPr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Tailwind Utilities Used So Far</a:t>
            </a:r>
          </a:p>
        </p:txBody>
      </p:sp>
      <p:sp>
        <p:nvSpPr>
          <p:cNvPr id="148" name="TextBox">
            <a:extLst>
              <a:ext uri="{FF2B5EF4-FFF2-40B4-BE49-F238E27FC236}">
                <a16:creationId xmlns:a16="http://schemas.microsoft.com/office/drawing/2014/main" id="{3C990021-0FA1-18EE-C416-B34DEA4D630F}"/>
              </a:ext>
            </a:extLst>
          </p:cNvPr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A quick reference for everything applied across UserCard, CourseCard, and App.tsx</a:t>
            </a:r>
          </a:p>
        </p:txBody>
      </p:sp>
      <p:sp>
        <p:nvSpPr>
          <p:cNvPr id="149" name="TextBox">
            <a:extLst>
              <a:ext uri="{FF2B5EF4-FFF2-40B4-BE49-F238E27FC236}">
                <a16:creationId xmlns:a16="http://schemas.microsoft.com/office/drawing/2014/main" id="{802696A1-AA56-D9F8-91C9-6CC29FBEACFF}"/>
              </a:ext>
            </a:extLst>
          </p:cNvPr>
          <p:cNvSpPr txBox="1"/>
          <p:nvPr/>
        </p:nvSpPr>
        <p:spPr>
          <a:xfrm>
            <a:off x="347472" y="1005840"/>
            <a:ext cx="4206240" cy="3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Layout &amp; spacing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p-5, gap-4, grid-cols-*, rounded-lg: sizing and positioning without writing custom CSS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Color &amp; state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bg-*, text-*, hover:*, dark:*: color utilities that respond to interaction and theme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Responsive prefixes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sm: / lg: apply a class starting at that breakpoint and up (mobile-first, per the Responsive Layout section)</a:t>
            </a:r>
          </a:p>
          <a:p>
            <a:pPr marL="285750" indent="-285750" algn="l"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sz="1300" b="1" dirty="0" err="1">
                <a:solidFill>
                  <a:srgbClr val="000000"/>
                </a:solidFill>
                <a:latin typeface="Arial"/>
              </a:rPr>
              <a:t>The trap to remember</a:t>
            </a:r>
            <a:r>
              <a:rPr sz="1300" dirty="0">
                <a:solidFill>
                  <a:srgbClr val="000000"/>
                </a:solidFill>
                <a:latin typeface="Arial"/>
              </a:rPr>
              <a:t> -- Tailwind only sees COMPLETE class names as literal text. className={"bg-" + color} will not work; a ternary of full strings like CourseCard's isCompact ? "p-3" : "p-5" will.</a:t>
            </a:r>
          </a:p>
        </p:txBody>
      </p:sp>
      <p:sp>
        <p:nvSpPr>
          <p:cNvPr id="150" name="CodeBox">
            <a:extLst>
              <a:ext uri="{FF2B5EF4-FFF2-40B4-BE49-F238E27FC236}">
                <a16:creationId xmlns:a16="http://schemas.microsoft.com/office/drawing/2014/main" id="{5A06927E-ED82-B05D-21E9-E2A66376BC91}"/>
              </a:ext>
            </a:extLst>
          </p:cNvPr>
          <p:cNvSpPr/>
          <p:nvPr/>
        </p:nvSpPr>
        <p:spPr>
          <a:xfrm>
            <a:off x="4901184" y="1060704"/>
            <a:ext cx="378561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dirty="0">
                <a:solidFill>
                  <a:srgbClr val="88846F"/>
                </a:solidFill>
                <a:latin typeface="Courier New"/>
              </a:rPr>
              <a:t>// One of each, from our components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className=</a:t>
            </a:r>
            <a:r>
              <a:rPr sz="1400" b="0" i="0" dirty="0">
                <a:solidFill>
                  <a:srgbClr val="E6DB74"/>
                </a:solidFill>
                <a:latin typeface="Courier New"/>
              </a:rPr>
              <a:t>"p-5 rounded-lg"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dirty="0">
                <a:solidFill>
                  <a:srgbClr val="88846F"/>
                </a:solidFill>
                <a:latin typeface="Courier New"/>
              </a:rPr>
              <a:t>// layout &amp; spacing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className=</a:t>
            </a:r>
            <a:r>
              <a:rPr sz="1400" b="0" i="0" dirty="0">
                <a:solidFill>
                  <a:srgbClr val="E6DB74"/>
                </a:solidFill>
                <a:latin typeface="Courier New"/>
              </a:rPr>
              <a:t>"bg-blue-600 hover:bg-blue-700"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dirty="0">
                <a:solidFill>
                  <a:srgbClr val="88846F"/>
                </a:solidFill>
                <a:latin typeface="Courier New"/>
              </a:rPr>
              <a:t>// color + interactive state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className=</a:t>
            </a:r>
            <a:r>
              <a:rPr sz="1400" b="0" i="0" dirty="0">
                <a:solidFill>
                  <a:srgbClr val="E6DB74"/>
                </a:solidFill>
                <a:latin typeface="Courier New"/>
              </a:rPr>
              <a:t>"grid-cols-1 sm:grid-cols-2"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1" dirty="0">
                <a:solidFill>
                  <a:srgbClr val="88846F"/>
                </a:solidFill>
                <a:latin typeface="Courier New"/>
              </a:rPr>
              <a:t>// responsive breakpoints</a:t>
            </a:r>
          </a:p>
        </p:txBody>
      </p:sp>
    </p:spTree>
    <p:extLst>
      <p:ext uri="{BB962C8B-B14F-4D97-AF65-F5344CB8AC3E}">
        <p14:creationId xmlns:p14="http://schemas.microsoft.com/office/powerpoint/2010/main" val="41476958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Putting It Together (1 of 4)</a:t>
            </a:r>
          </a:p>
        </p:txBody>
      </p:sp>
      <p:sp>
        <p:nvSpPr>
          <p:cNvPr id="192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These 4 slides are ONE file, top to bottom -- the finished src/App.tsx.</a:t>
            </a:r>
          </a:p>
        </p:txBody>
      </p:sp>
      <p:sp>
        <p:nvSpPr>
          <p:cNvPr id="193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 dirty="0">
                <a:solidFill>
                  <a:srgbClr val="88846F"/>
                </a:solidFill>
                <a:latin typeface="Courier New"/>
              </a:rPr>
              <a:t>// src/App.tsx (final -- imports and mock data, unchanged)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{ useState, useEffect, useRef }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"react"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type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{ 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User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Course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}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"./types/index"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UserCard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"./components/UserCard"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CourseCard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"./components/CourseCard"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useToggle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"./hooks/useToggle"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import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usePrevious </a:t>
            </a:r>
            <a:r>
              <a:rPr sz="1200" b="0" i="0" dirty="0">
                <a:solidFill>
                  <a:srgbClr val="F92672"/>
                </a:solidFill>
                <a:latin typeface="Courier New"/>
              </a:rPr>
              <a:t>from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"./hooks/usePrevious"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student: 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User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=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id: </a:t>
            </a:r>
            <a:r>
              <a:rPr sz="1200" b="0" i="0" dirty="0">
                <a:solidFill>
                  <a:srgbClr val="AE81FF"/>
                </a:solidFill>
                <a:latin typeface="Courier New"/>
              </a:rPr>
              <a:t>1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name: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"Juan dela Cruz"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email: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"juan@example.com"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role: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"student"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isActive: </a:t>
            </a:r>
            <a:r>
              <a:rPr sz="1200" b="0" i="0" dirty="0">
                <a:solidFill>
                  <a:srgbClr val="AE81FF"/>
                </a:solidFill>
                <a:latin typeface="Courier New"/>
              </a:rPr>
              <a:t>true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};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course: </a:t>
            </a:r>
            <a:r>
              <a:rPr sz="1200" b="0" i="0" dirty="0">
                <a:solidFill>
                  <a:srgbClr val="66D9EF"/>
                </a:solidFill>
                <a:latin typeface="Courier New"/>
              </a:rPr>
              <a:t>Course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 =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code: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"ITELECT4"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title: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"IT Elective 4"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  units: </a:t>
            </a:r>
            <a:r>
              <a:rPr sz="1200" b="0" i="0" dirty="0">
                <a:solidFill>
                  <a:srgbClr val="AE81FF"/>
                </a:solidFill>
                <a:latin typeface="Courier New"/>
              </a:rPr>
              <a:t>3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 semester: </a:t>
            </a:r>
            <a:r>
              <a:rPr sz="1200" b="0" i="0" dirty="0">
                <a:solidFill>
                  <a:srgbClr val="E6DB74"/>
                </a:solidFill>
                <a:latin typeface="Courier New"/>
              </a:rPr>
              <a:t>"1st Semester 2026-2027"</a:t>
            </a:r>
            <a:r>
              <a:rPr sz="1200" b="0" i="0" dirty="0">
                <a:solidFill>
                  <a:srgbClr val="F8F8F2"/>
                </a:solidFill>
                <a:latin typeface="Courier New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dirty="0">
                <a:solidFill>
                  <a:srgbClr val="F8F8F2"/>
                </a:solidFill>
                <a:latin typeface="Courier New"/>
              </a:rPr>
              <a:t>};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Putting It Together (2 of 4)</a:t>
            </a:r>
          </a:p>
        </p:txBody>
      </p:sp>
      <p:sp>
        <p:nvSpPr>
          <p:cNvPr id="140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src/App.tsx, part 2 of 4 -- the hooks. Two of these are new today: isError and isDarkMode.</a:t>
            </a:r>
          </a:p>
        </p:txBody>
      </p:sp>
      <p:sp>
        <p:nvSpPr>
          <p:cNvPr id="141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1" dirty="0">
                <a:solidFill>
                  <a:srgbClr val="88846F"/>
                </a:solidFill>
                <a:latin typeface="Courier New"/>
              </a:rPr>
              <a:t>// src/App.tsx (final -- state and effects)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92672"/>
                </a:solidFill>
                <a:latin typeface="Courier New"/>
              </a:rPr>
              <a:t>function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800" b="0" i="0" dirty="0">
                <a:solidFill>
                  <a:srgbClr val="66D9EF"/>
                </a:solidFill>
                <a:latin typeface="Courier New"/>
              </a:rPr>
              <a:t>App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[selectedUser, setSelectedUser] =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  useState&lt;</a:t>
            </a:r>
            <a:r>
              <a:rPr sz="800" b="0" i="0" dirty="0">
                <a:solidFill>
                  <a:srgbClr val="66D9EF"/>
                </a:solidFill>
                <a:latin typeface="Courier New"/>
              </a:rPr>
              <a:t>User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|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null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&gt;(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null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[courses, setCourses] = useState&lt;</a:t>
            </a:r>
            <a:r>
              <a:rPr sz="800" b="0" i="0" dirty="0">
                <a:solidFill>
                  <a:srgbClr val="66D9EF"/>
                </a:solidFill>
                <a:latin typeface="Courier New"/>
              </a:rPr>
              <a:t>Course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[]&gt;([]);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[isLoading, setIsLoading] = useState&lt;boolean&gt;(</a:t>
            </a:r>
            <a:r>
              <a:rPr sz="800" b="0" i="0" dirty="0">
                <a:solidFill>
                  <a:srgbClr val="AE81FF"/>
                </a:solidFill>
                <a:latin typeface="Courier New"/>
              </a:rPr>
              <a:t>true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[isError, setIsError] = useState&lt;boolean&gt;(</a:t>
            </a:r>
            <a:r>
              <a:rPr sz="800" b="0" i="0" dirty="0">
                <a:solidFill>
                  <a:srgbClr val="AE81FF"/>
                </a:solidFill>
                <a:latin typeface="Courier New"/>
              </a:rPr>
              <a:t>false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[searchTerm, setSearchTerm] = useState&lt;string&gt;(</a:t>
            </a:r>
            <a:r>
              <a:rPr sz="800" b="0" i="0" dirty="0">
                <a:solidFill>
                  <a:srgbClr val="E6DB74"/>
                </a:solidFill>
                <a:latin typeface="Courier New"/>
              </a:rPr>
              <a:t>""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searchInputRef = useRef&lt;</a:t>
            </a:r>
            <a:r>
              <a:rPr sz="800" b="0" i="0" dirty="0">
                <a:solidFill>
                  <a:srgbClr val="66D9EF"/>
                </a:solidFill>
                <a:latin typeface="Courier New"/>
              </a:rPr>
              <a:t>HTMLInputElement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&gt;(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null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[showDetails, toggleDetails] = 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useToggle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</a:t>
            </a:r>
            <a:r>
              <a:rPr sz="800" b="0" i="0" dirty="0">
                <a:solidFill>
                  <a:srgbClr val="AE81FF"/>
                </a:solidFill>
                <a:latin typeface="Courier New"/>
              </a:rPr>
              <a:t>false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[isDarkMode, toggleDarkMode] = 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useToggle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</a:t>
            </a:r>
            <a:r>
              <a:rPr sz="800" b="0" i="0" dirty="0">
                <a:solidFill>
                  <a:srgbClr val="AE81FF"/>
                </a:solidFill>
                <a:latin typeface="Courier New"/>
              </a:rPr>
              <a:t>false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previousSearch = 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usePrevious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(searchTerm);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useEffect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(() =&gt;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  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setTimeout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(() =&gt;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    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setCourses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([course]);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    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setIsLoading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</a:t>
            </a:r>
            <a:r>
              <a:rPr sz="800" b="0" i="0" dirty="0">
                <a:solidFill>
                  <a:srgbClr val="AE81FF"/>
                </a:solidFill>
                <a:latin typeface="Courier New"/>
              </a:rPr>
              <a:t>false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  }, </a:t>
            </a:r>
            <a:r>
              <a:rPr sz="800" b="0" i="0" dirty="0">
                <a:solidFill>
                  <a:srgbClr val="AE81FF"/>
                </a:solidFill>
                <a:latin typeface="Courier New"/>
              </a:rPr>
              <a:t>500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}, []);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Putting It Together (3 of 4)</a:t>
            </a:r>
          </a:p>
        </p:txBody>
      </p:sp>
      <p:sp>
        <p:nvSpPr>
          <p:cNvPr id="140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src/App.tsx, part 3 of 4 -- the handler, the filtered list, and the two styled early returns.</a:t>
            </a:r>
          </a:p>
        </p:txBody>
      </p:sp>
      <p:sp>
        <p:nvSpPr>
          <p:cNvPr id="141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1" dirty="0">
                <a:solidFill>
                  <a:srgbClr val="88846F"/>
                </a:solidFill>
                <a:latin typeface="Courier New"/>
              </a:rPr>
              <a:t>// src/App.tsx (final -- handlers and early returns)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handleSearchChange =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  e: </a:t>
            </a:r>
            <a:r>
              <a:rPr sz="800" b="0" i="0" dirty="0">
                <a:solidFill>
                  <a:srgbClr val="66D9EF"/>
                </a:solidFill>
                <a:latin typeface="Courier New"/>
              </a:rPr>
              <a:t>React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.</a:t>
            </a:r>
            <a:r>
              <a:rPr sz="800" b="0" i="0" dirty="0">
                <a:solidFill>
                  <a:srgbClr val="66D9EF"/>
                </a:solidFill>
                <a:latin typeface="Courier New"/>
              </a:rPr>
              <a:t>ChangeEvent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&lt;</a:t>
            </a:r>
            <a:r>
              <a:rPr sz="800" b="0" i="0" dirty="0">
                <a:solidFill>
                  <a:srgbClr val="66D9EF"/>
                </a:solidFill>
                <a:latin typeface="Courier New"/>
              </a:rPr>
              <a:t>HTMLInputElement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):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void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=&gt; 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setSearchTerm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(e.target.value);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1" dirty="0">
                <a:solidFill>
                  <a:srgbClr val="88846F"/>
                </a:solidFill>
                <a:latin typeface="Courier New"/>
              </a:rPr>
              <a:t>  // Match the code too -- the compact card only shows c.code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const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filteredCourses = courses.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filter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((c) =&gt;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  c.title.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toLowerCase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().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includes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(searchTerm.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toLowerCase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()) ||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  c.code.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toLowerCase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().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includes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(searchTerm.</a:t>
            </a:r>
            <a:r>
              <a:rPr sz="800" b="0" i="0" dirty="0">
                <a:solidFill>
                  <a:srgbClr val="A6E22E"/>
                </a:solidFill>
                <a:latin typeface="Courier New"/>
              </a:rPr>
              <a:t>toLowerCase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())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if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(isLoading)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 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return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&lt;div </a:t>
            </a:r>
            <a:r>
              <a:rPr sz="8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800" b="0" i="0" dirty="0">
                <a:solidFill>
                  <a:srgbClr val="E6DB74"/>
                </a:solidFill>
                <a:latin typeface="Courier New"/>
              </a:rPr>
              <a:t>"animate-pulse p-6"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&gt;</a:t>
            </a:r>
            <a:r>
              <a:rPr sz="800" b="0" i="0" dirty="0">
                <a:solidFill>
                  <a:srgbClr val="66D9EF"/>
                </a:solidFill>
                <a:latin typeface="Courier New"/>
              </a:rPr>
              <a:t>Loading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...&lt;/div&gt;;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if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(isError)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  </a:t>
            </a:r>
            <a:r>
              <a:rPr sz="800" b="0" i="0" dirty="0">
                <a:solidFill>
                  <a:srgbClr val="F92672"/>
                </a:solidFill>
                <a:latin typeface="Courier New"/>
              </a:rPr>
              <a:t>return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    &lt;div </a:t>
            </a:r>
            <a:r>
              <a:rPr sz="8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800" b="0" i="0" dirty="0">
                <a:solidFill>
                  <a:srgbClr val="E6DB74"/>
                </a:solidFill>
                <a:latin typeface="Courier New"/>
              </a:rPr>
              <a:t>"m-6 rounded-lg bg-red-50 p-4 text-red-700"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      </a:t>
            </a:r>
            <a:r>
              <a:rPr sz="800" b="0" i="0" dirty="0">
                <a:solidFill>
                  <a:srgbClr val="66D9EF"/>
                </a:solidFill>
                <a:latin typeface="Courier New"/>
              </a:rPr>
              <a:t>Could</a:t>
            </a:r>
            <a:r>
              <a:rPr sz="800" b="0" i="0" dirty="0">
                <a:solidFill>
                  <a:srgbClr val="F8F8F2"/>
                </a:solidFill>
                <a:latin typeface="Courier New"/>
              </a:rPr>
              <a:t> not load courses.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    &lt;/div&gt;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  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dirty="0">
                <a:solidFill>
                  <a:srgbClr val="F8F8F2"/>
                </a:solidFill>
                <a:latin typeface="Courier New"/>
              </a:rPr>
              <a:t>  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Putting It Together (4 of 4)</a:t>
            </a:r>
          </a:p>
        </p:txBody>
      </p:sp>
      <p:sp>
        <p:nvSpPr>
          <p:cNvPr id="140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src/App.tsx, part 4 of 4 -- the JSX. This closes function App().</a:t>
            </a:r>
          </a:p>
        </p:txBody>
      </p:sp>
      <p:sp>
        <p:nvSpPr>
          <p:cNvPr id="141" name="CodeBox"/>
          <p:cNvSpPr/>
          <p:nvPr/>
        </p:nvSpPr>
        <p:spPr>
          <a:xfrm>
            <a:off x="438912" y="1060704"/>
            <a:ext cx="8266176" cy="350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1" dirty="0">
                <a:solidFill>
                  <a:srgbClr val="88846F"/>
                </a:solidFill>
                <a:latin typeface="Courier New"/>
              </a:rPr>
              <a:t>// src/App.tsx (final -- render)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return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&lt;div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={isDarkMode ? 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"dark"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: 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}&gt;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&lt;div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"min-h-screen bg-gray-50 p-6 dark:bg-gray-900"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&lt;button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onClick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={toggleDarkMode}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"rounded bg-gray-800 px-3 py-1.5 text-sm text-white dark:bg-gray-200 dark:text-gray-900"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{isDarkMode ? 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"Light Mode"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: 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"Dark Mode"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&lt;/button&gt;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&lt;button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onClick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={() =&gt; </a:t>
            </a:r>
            <a:r>
              <a:rPr sz="700" b="0" i="0" dirty="0">
                <a:solidFill>
                  <a:srgbClr val="A6E22E"/>
                </a:solidFill>
                <a:latin typeface="Courier New"/>
              </a:rPr>
              <a:t>setIsError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(</a:t>
            </a:r>
            <a:r>
              <a:rPr sz="700" b="0" i="0" dirty="0">
                <a:solidFill>
                  <a:srgbClr val="AE81FF"/>
                </a:solidFill>
                <a:latin typeface="Courier New"/>
              </a:rPr>
              <a:t>true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)}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"ml-2 rounded bg-red-100 px-2 py-1 text-xs text-red-700"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Simulate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Error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&lt;/button&gt;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&lt;input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ref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={searchInputRef}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value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={searchTerm}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onChange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={handleSearchChange}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placeholder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"Search courses..."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"mt-4 w-full rounded border p-2"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/&gt;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{previousSearch !== 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undefined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&amp;&amp; previousSearch !== searchTerm &amp;&amp;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&lt;p&gt;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Previous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search: 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"{previousSearch}"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&lt;/p&gt;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)}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&lt;div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className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"mt-6 grid grid-cols-1 gap-4 sm:grid-cols-2 lg:grid-cols-3"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&lt;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UserCard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user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={student}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onSelect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={setSelectedUser} /&gt;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{selectedUser &amp;&amp; &lt;p&gt;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Selected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: {selectedUser.name}&lt;/p&gt;}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&lt;button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onClick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={toggleDetails}&gt;{showDetails ? 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"Hide"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: 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"Show"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}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Details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&lt;/button&gt;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{filteredCourses.</a:t>
            </a:r>
            <a:r>
              <a:rPr sz="700" b="0" i="0" dirty="0">
                <a:solidFill>
                  <a:srgbClr val="A6E22E"/>
                </a:solidFill>
                <a:latin typeface="Courier New"/>
              </a:rPr>
              <a:t>map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((c) =&gt; 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  &lt;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CourseCard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key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={c.code}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course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={c} </a:t>
            </a:r>
            <a:r>
              <a:rPr sz="700" b="0" i="0" dirty="0">
                <a:solidFill>
                  <a:srgbClr val="FD971F"/>
                </a:solidFill>
                <a:latin typeface="Courier New"/>
              </a:rPr>
              <a:t>variant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=</a:t>
            </a:r>
            <a:r>
              <a:rPr sz="700" b="0" i="0" dirty="0">
                <a:solidFill>
                  <a:srgbClr val="E6DB74"/>
                </a:solidFill>
                <a:latin typeface="Courier New"/>
              </a:rPr>
              <a:t>"compact"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/&gt;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  ))}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  &lt;/div&gt;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  &lt;/div&gt;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  &lt;/div&gt;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 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00" b="0" i="0" dirty="0">
                <a:solidFill>
                  <a:srgbClr val="F92672"/>
                </a:solidFill>
                <a:latin typeface="Courier New"/>
              </a:rPr>
              <a:t>export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700" b="0" i="0" dirty="0">
                <a:solidFill>
                  <a:srgbClr val="F92672"/>
                </a:solidFill>
                <a:latin typeface="Courier New"/>
              </a:rPr>
              <a:t>default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 </a:t>
            </a:r>
            <a:r>
              <a:rPr sz="700" b="0" i="0" dirty="0">
                <a:solidFill>
                  <a:srgbClr val="66D9EF"/>
                </a:solidFill>
                <a:latin typeface="Courier New"/>
              </a:rPr>
              <a:t>App</a:t>
            </a:r>
            <a:r>
              <a:rPr sz="700" b="0" i="0" dirty="0">
                <a:solidFill>
                  <a:srgbClr val="F8F8F2"/>
                </a:solidFill>
                <a:latin typeface="Courier New"/>
              </a:rPr>
              <a:t>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"/>
          <p:cNvSpPr txBox="1"/>
          <p:nvPr/>
        </p:nvSpPr>
        <p:spPr>
          <a:xfrm>
            <a:off x="347472" y="182880"/>
            <a:ext cx="8449056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GT2 - Part 3 of 3</a:t>
            </a:r>
          </a:p>
        </p:txBody>
      </p:sp>
      <p:sp>
        <p:nvSpPr>
          <p:cNvPr id="196" name="TextBox"/>
          <p:cNvSpPr txBox="1"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55534A"/>
                </a:solidFill>
                <a:latin typeface="Arial"/>
                <a:cs typeface="Arial"/>
              </a:rPr>
              <a:t>Graded Task  |  Finalize &amp; Submit Today -- Tag gt2</a:t>
            </a:r>
          </a:p>
        </p:txBody>
      </p:sp>
      <p:sp>
        <p:nvSpPr>
          <p:cNvPr id="197" name="TextBox"/>
          <p:cNvSpPr txBox="1"/>
          <p:nvPr/>
        </p:nvSpPr>
        <p:spPr>
          <a:xfrm>
            <a:off x="457200" y="1152144"/>
            <a:ext cx="5029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What to do:</a:t>
            </a:r>
          </a:p>
        </p:txBody>
      </p:sp>
      <p:sp>
        <p:nvSpPr>
          <p:cNvPr id="198" name="TextBox"/>
          <p:cNvSpPr txBox="1"/>
          <p:nvPr/>
        </p:nvSpPr>
        <p:spPr>
          <a:xfrm>
            <a:off x="457200" y="1536192"/>
            <a:ext cx="5029200" cy="3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Apply Tailwind utility classes to all 3 components (UserCard, CourseCard, SubmissionBadge)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Add a responsive grid layout with at least 2 breakpoints (e.g. sm: and lg:)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Add a dark mode toggle using class-based dark mode (darkMode: "class")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Add at least 1 component variant (e.g. a compact/default prop)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Style your loading and error states -- no more plain text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Your mock data must still render dynamically via state -- Session 4's hooks stay in place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 dirty="0">
                <a:solidFill>
                  <a:srgbClr val="000000"/>
                </a:solidFill>
                <a:latin typeface="Arial"/>
              </a:rPr>
              <a:t>npm run dev must run with ZERO TypeScript errors</a:t>
            </a:r>
          </a:p>
        </p:txBody>
      </p:sp>
      <p:sp>
        <p:nvSpPr>
          <p:cNvPr id="199" name="TextBox"/>
          <p:cNvSpPr txBox="1"/>
          <p:nvPr/>
        </p:nvSpPr>
        <p:spPr>
          <a:xfrm>
            <a:off x="5998464" y="1152144"/>
            <a:ext cx="2743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Reminders</a:t>
            </a:r>
          </a:p>
        </p:txBody>
      </p:sp>
      <p:sp>
        <p:nvSpPr>
          <p:cNvPr id="200" name="TextBox"/>
          <p:cNvSpPr txBox="1"/>
          <p:nvPr/>
        </p:nvSpPr>
        <p:spPr>
          <a:xfrm>
            <a:off x="5998464" y="1536192"/>
            <a:ext cx="2743200" cy="3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Tag your repo gt2 and push the tag -- git tag gt2 then git push origin gt2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Submit your repo link + tag + 3 UI screenshots (default view, dark mode, mobile width)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Grading: GT1-GT6 are 40% total, one grade per module -- this closes Module 2</a:t>
            </a:r>
          </a:p>
          <a:p>
            <a:pPr marL="285750" indent="-285750" algn="l"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sz="1100">
                <a:solidFill>
                  <a:srgbClr val="000000"/>
                </a:solidFill>
                <a:latin typeface="Arial"/>
              </a:rPr>
              <a:t>GT3 (Routing + State Management) starts Session 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GT2 Part 3 -- Push &amp; Tag to GitHub</a:t>
            </a:r>
          </a:p>
        </p:txBody>
      </p:sp>
      <p:sp>
        <p:nvSpPr>
          <p:cNvPr id="206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Verify everything renders and looks right, then commit, push, and tag.</a:t>
            </a:r>
          </a:p>
        </p:txBody>
      </p:sp>
      <p:sp>
        <p:nvSpPr>
          <p:cNvPr id="207" name="TextBox"/>
          <p:cNvSpPr txBox="1"/>
          <p:nvPr/>
        </p:nvSpPr>
        <p:spPr>
          <a:xfrm>
            <a:off x="347472" y="1000000"/>
            <a:ext cx="8449056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Arial"/>
                <a:cs typeface="Arial"/>
              </a:rPr>
              <a:t>Before you push, double-check:</a:t>
            </a:r>
          </a:p>
        </p:txBody>
      </p:sp>
      <p:sp>
        <p:nvSpPr>
          <p:cNvPr id="208" name="TextBox"/>
          <p:cNvSpPr txBox="1"/>
          <p:nvPr/>
        </p:nvSpPr>
        <p:spPr>
          <a:xfrm>
            <a:off x="347472" y="1380000"/>
            <a:ext cx="8449056" cy="1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000000"/>
                </a:solidFill>
                <a:latin typeface="Arial"/>
              </a:rPr>
              <a:t>npm run dev starts with zero TypeScript errors in the terminal</a:t>
            </a:r>
          </a:p>
          <a:p>
            <a:pPr marL="285750" indent="-28575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000000"/>
                </a:solidFill>
                <a:latin typeface="Arial"/>
              </a:rPr>
              <a:t>Dark mode toggle works and every component looks right in both modes</a:t>
            </a:r>
          </a:p>
          <a:p>
            <a:pPr marL="285750" indent="-28575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000000"/>
                </a:solidFill>
                <a:latin typeface="Arial"/>
              </a:rPr>
              <a:t>Resize your browser -- the grid reflows at the sm and lg breakpoints</a:t>
            </a:r>
          </a:p>
          <a:p>
            <a:pPr marL="285750" indent="-285750" algn="l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300">
                <a:solidFill>
                  <a:srgbClr val="000000"/>
                </a:solidFill>
                <a:latin typeface="Arial"/>
              </a:rPr>
              <a:t>If you see error TS1294 on your GT1 enums, delete the "erasableSyntaxOnly": true line from tsconfig.app.json</a:t>
            </a:r>
          </a:p>
        </p:txBody>
      </p:sp>
      <p:sp>
        <p:nvSpPr>
          <p:cNvPr id="209" name="TextBox"/>
          <p:cNvSpPr txBox="1"/>
          <p:nvPr/>
        </p:nvSpPr>
        <p:spPr>
          <a:xfrm>
            <a:off x="438912" y="2680000"/>
            <a:ext cx="8266176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55534A"/>
                </a:solidFill>
                <a:latin typeface="Arial"/>
                <a:cs typeface="Arial"/>
              </a:rPr>
              <a:t>Terminal</a:t>
            </a:r>
          </a:p>
        </p:txBody>
      </p:sp>
      <p:sp>
        <p:nvSpPr>
          <p:cNvPr id="210" name="CodeBox"/>
          <p:cNvSpPr/>
          <p:nvPr/>
        </p:nvSpPr>
        <p:spPr>
          <a:xfrm>
            <a:off x="438912" y="2920000"/>
            <a:ext cx="8266176" cy="15500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&gt; npm run dev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&gt; git add 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&gt; git commit -m </a:t>
            </a:r>
            <a:r>
              <a:rPr sz="1400" b="0" i="0" dirty="0">
                <a:solidFill>
                  <a:srgbClr val="E6DB74"/>
                </a:solidFill>
                <a:latin typeface="Courier New"/>
              </a:rPr>
              <a:t>"GT2 Part 3: Tailwind, dark mode, variants"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&gt; git push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&gt; git tag gt2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dirty="0">
                <a:solidFill>
                  <a:srgbClr val="F8F8F2"/>
                </a:solidFill>
                <a:latin typeface="Courier New"/>
              </a:rPr>
              <a:t>&gt; git push origin gt2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"/>
          <p:cNvSpPr txBox="1"/>
          <p:nvPr/>
        </p:nvSpPr>
        <p:spPr>
          <a:xfrm>
            <a:off x="347472" y="91440"/>
            <a:ext cx="84490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Module 2 Complete: GT2</a:t>
            </a:r>
          </a:p>
        </p:txBody>
      </p:sp>
      <p:sp>
        <p:nvSpPr>
          <p:cNvPr id="132" name="TextBox"/>
          <p:cNvSpPr txBox="1"/>
          <p:nvPr/>
        </p:nvSpPr>
        <p:spPr>
          <a:xfrm>
            <a:off x="347472" y="594360"/>
            <a:ext cx="844905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/>
                <a:cs typeface="Arial"/>
              </a:rPr>
              <a:t>Three sessions, one continuous frontend milestone</a:t>
            </a:r>
          </a:p>
        </p:txBody>
      </p:sp>
      <p:sp>
        <p:nvSpPr>
          <p:cNvPr id="133" name="TextBox"/>
          <p:cNvSpPr txBox="1"/>
          <p:nvPr/>
        </p:nvSpPr>
        <p:spPr>
          <a:xfrm>
            <a:off x="347472" y="1005840"/>
            <a:ext cx="8449056" cy="2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Session 3 -- scaffolded Vite + React + TS and built 3 typed components with Props interfaces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Session 4 -- made those components dynamic with typed hooks: useState, useEffect, useRef, and 2 custom hooks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Session 5 -- styled everything with Tailwind: responsive layout, dark mode, component variants, styled loading/error states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Every session reused the same GT1 interfaces and the same class-demo entities for continuity</a:t>
            </a:r>
          </a:p>
          <a:p>
            <a:pPr marL="285750" indent="-285750" algn="l"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rgbClr val="000000"/>
                </a:solidFill>
                <a:latin typeface="Arial"/>
              </a:rPr>
              <a:t>GT2 is now tagged, submitted, and closed -- it becomes the foundation Module 3 routes and fetches real data through</a:t>
            </a:r>
          </a:p>
        </p:txBody>
      </p:sp>
      <p:sp>
        <p:nvSpPr>
          <p:cNvPr id="134" name="TextBox"/>
          <p:cNvSpPr txBox="1"/>
          <p:nvPr/>
        </p:nvSpPr>
        <p:spPr>
          <a:xfrm>
            <a:off x="347472" y="4300000"/>
            <a:ext cx="844905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Next up: Module 3 adds routing, state management, and forms on top of this exact app.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Box"/>
          <p:cNvSpPr txBox="1"/>
          <p:nvPr/>
        </p:nvSpPr>
        <p:spPr>
          <a:xfrm>
            <a:off x="347472" y="457200"/>
            <a:ext cx="8449056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Arial"/>
                <a:cs typeface="Arial"/>
              </a:rPr>
              <a:t>Before Next Session</a:t>
            </a:r>
          </a:p>
        </p:txBody>
      </p:sp>
      <p:sp>
        <p:nvSpPr>
          <p:cNvPr id="216" name="TextBox"/>
          <p:cNvSpPr txBox="1"/>
          <p:nvPr/>
        </p:nvSpPr>
        <p:spPr>
          <a:xfrm>
            <a:off x="548640" y="1024128"/>
            <a:ext cx="80467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55534A"/>
                </a:solidFill>
                <a:latin typeface="Arial"/>
                <a:cs typeface="Arial"/>
              </a:rPr>
              <a:t>Session 6  |  Aug 8, 2026  |  Module 3  |  Routing + Navigation</a:t>
            </a:r>
          </a:p>
        </p:txBody>
      </p:sp>
      <p:sp>
        <p:nvSpPr>
          <p:cNvPr id="217" name="TextBox"/>
          <p:cNvSpPr txBox="1"/>
          <p:nvPr/>
        </p:nvSpPr>
        <p:spPr>
          <a:xfrm>
            <a:off x="457200" y="1591056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For next session, you need to:</a:t>
            </a:r>
          </a:p>
        </p:txBody>
      </p:sp>
      <p:sp>
        <p:nvSpPr>
          <p:cNvPr id="218" name="TextBox"/>
          <p:cNvSpPr txBox="1"/>
          <p:nvPr/>
        </p:nvSpPr>
        <p:spPr>
          <a:xfrm>
            <a:off x="457200" y="1975104"/>
            <a:ext cx="3840480" cy="2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Arial"/>
              </a:rPr>
              <a:t>Skim the React Router v6 docs -- Route, Routes, useNavigate, useParams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Arial"/>
              </a:rPr>
              <a:t>Review your GT2 Part 3 components -- know which props each one still needs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Arial"/>
              </a:rPr>
              <a:t>Make sure npm run dev still runs with zero errors, and your gt2 tag is pushed</a:t>
            </a:r>
          </a:p>
        </p:txBody>
      </p:sp>
      <p:sp>
        <p:nvSpPr>
          <p:cNvPr id="219" name="TextBox"/>
          <p:cNvSpPr txBox="1"/>
          <p:nvPr/>
        </p:nvSpPr>
        <p:spPr>
          <a:xfrm>
            <a:off x="4846320" y="1591056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359444"/>
                </a:solidFill>
                <a:latin typeface="Arial"/>
                <a:cs typeface="Arial"/>
              </a:rPr>
              <a:t>Next session topics:</a:t>
            </a:r>
          </a:p>
        </p:txBody>
      </p:sp>
      <p:sp>
        <p:nvSpPr>
          <p:cNvPr id="220" name="TextBox"/>
          <p:cNvSpPr txBox="1"/>
          <p:nvPr/>
        </p:nvSpPr>
        <p:spPr>
          <a:xfrm>
            <a:off x="4846320" y="1975104"/>
            <a:ext cx="3840480" cy="25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/>
          <a:lstStyle/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Arial"/>
              </a:rPr>
              <a:t>React Router v6 -- 4 routes plus a ProtectedRoute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Arial"/>
              </a:rPr>
              <a:t>A Zustand store holding an auth token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Arial"/>
              </a:rPr>
              <a:t>Typed useParams and useNavigate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000000"/>
                </a:solidFill>
                <a:latin typeface="Arial"/>
              </a:rPr>
              <a:t>GT3 Part 1 -- routes + auth-gated navigation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Box"/>
          <p:cNvSpPr txBox="1"/>
          <p:nvPr/>
        </p:nvSpPr>
        <p:spPr>
          <a:xfrm>
            <a:off x="347472" y="3150000"/>
            <a:ext cx="8449056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359444"/>
                </a:solidFill>
                <a:latin typeface="Arial"/>
                <a:cs typeface="Arial"/>
              </a:rPr>
              <a:t>ITELECT4  |  Session 5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11285</TotalTime>
  <Words>4635</Words>
  <Application>Microsoft Office PowerPoint</Application>
  <PresentationFormat>On-screen Show (16:9)</PresentationFormat>
  <Paragraphs>474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Courier New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Meloi Magpantay</cp:lastModifiedBy>
  <cp:revision>764</cp:revision>
  <dcterms:modified xsi:type="dcterms:W3CDTF">2026-07-31T18:01:25Z</dcterms:modified>
</cp:coreProperties>
</file>